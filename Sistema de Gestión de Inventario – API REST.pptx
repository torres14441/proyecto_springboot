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E6C901-D02B-457C-B993-B68EB6E3214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B171A6A-9A61-403E-BAC9-BB39A8563CD1}">
      <dgm:prSet/>
      <dgm:spPr/>
      <dgm:t>
        <a:bodyPr/>
        <a:lstStyle/>
        <a:p>
          <a:pPr>
            <a:defRPr cap="all"/>
          </a:pPr>
          <a:r>
            <a:rPr lang="es-MX"/>
            <a:t>Clientes: Registro y consulta</a:t>
          </a:r>
          <a:endParaRPr lang="en-US"/>
        </a:p>
      </dgm:t>
    </dgm:pt>
    <dgm:pt modelId="{E354CBE9-06F9-42F1-91B0-09153AF1BAB8}" type="parTrans" cxnId="{C7FB06A0-1509-407E-AFA2-64752F42C9C3}">
      <dgm:prSet/>
      <dgm:spPr/>
      <dgm:t>
        <a:bodyPr/>
        <a:lstStyle/>
        <a:p>
          <a:endParaRPr lang="en-US"/>
        </a:p>
      </dgm:t>
    </dgm:pt>
    <dgm:pt modelId="{816232D2-FDBB-456A-988B-F8EB05087249}" type="sibTrans" cxnId="{C7FB06A0-1509-407E-AFA2-64752F42C9C3}">
      <dgm:prSet/>
      <dgm:spPr/>
      <dgm:t>
        <a:bodyPr/>
        <a:lstStyle/>
        <a:p>
          <a:endParaRPr lang="en-US"/>
        </a:p>
      </dgm:t>
    </dgm:pt>
    <dgm:pt modelId="{8E9C35D3-2F44-404B-B41F-71E99DCAC425}">
      <dgm:prSet/>
      <dgm:spPr/>
      <dgm:t>
        <a:bodyPr/>
        <a:lstStyle/>
        <a:p>
          <a:pPr>
            <a:defRPr cap="all"/>
          </a:pPr>
          <a:r>
            <a:rPr lang="es-MX"/>
            <a:t>Usuarios: Autenticación y roles</a:t>
          </a:r>
          <a:endParaRPr lang="en-US"/>
        </a:p>
      </dgm:t>
    </dgm:pt>
    <dgm:pt modelId="{B7407337-2B84-40EC-B9E2-8C1AE94A2298}" type="parTrans" cxnId="{85E2E9D6-EADB-4F61-B8F2-82C76F4C1E68}">
      <dgm:prSet/>
      <dgm:spPr/>
      <dgm:t>
        <a:bodyPr/>
        <a:lstStyle/>
        <a:p>
          <a:endParaRPr lang="en-US"/>
        </a:p>
      </dgm:t>
    </dgm:pt>
    <dgm:pt modelId="{3B6D3C8E-F1D5-4CEB-A9B3-A08852575240}" type="sibTrans" cxnId="{85E2E9D6-EADB-4F61-B8F2-82C76F4C1E68}">
      <dgm:prSet/>
      <dgm:spPr/>
      <dgm:t>
        <a:bodyPr/>
        <a:lstStyle/>
        <a:p>
          <a:endParaRPr lang="en-US"/>
        </a:p>
      </dgm:t>
    </dgm:pt>
    <dgm:pt modelId="{241F51EE-DCCD-425B-B124-276671C9D8D3}">
      <dgm:prSet/>
      <dgm:spPr/>
      <dgm:t>
        <a:bodyPr/>
        <a:lstStyle/>
        <a:p>
          <a:pPr>
            <a:defRPr cap="all"/>
          </a:pPr>
          <a:r>
            <a:rPr lang="es-MX" dirty="0"/>
            <a:t>Productos: Asociados con el inventario</a:t>
          </a:r>
          <a:endParaRPr lang="en-US" dirty="0"/>
        </a:p>
      </dgm:t>
    </dgm:pt>
    <dgm:pt modelId="{857DD192-838C-47E1-8BAE-D91E7FD36CCE}" type="parTrans" cxnId="{7E427BF1-9823-4801-B7A2-B20CD54CD0CD}">
      <dgm:prSet/>
      <dgm:spPr/>
      <dgm:t>
        <a:bodyPr/>
        <a:lstStyle/>
        <a:p>
          <a:endParaRPr lang="en-US"/>
        </a:p>
      </dgm:t>
    </dgm:pt>
    <dgm:pt modelId="{55FAC880-800B-4B27-B3B6-58D632780487}" type="sibTrans" cxnId="{7E427BF1-9823-4801-B7A2-B20CD54CD0CD}">
      <dgm:prSet/>
      <dgm:spPr/>
      <dgm:t>
        <a:bodyPr/>
        <a:lstStyle/>
        <a:p>
          <a:endParaRPr lang="en-US"/>
        </a:p>
      </dgm:t>
    </dgm:pt>
    <dgm:pt modelId="{FCD4E497-3CF3-49F8-AA0A-1D3902E48381}">
      <dgm:prSet/>
      <dgm:spPr/>
      <dgm:t>
        <a:bodyPr/>
        <a:lstStyle/>
        <a:p>
          <a:pPr>
            <a:defRPr cap="all"/>
          </a:pPr>
          <a:r>
            <a:rPr lang="es-MX"/>
            <a:t>Inventario: Control de stock por localización</a:t>
          </a:r>
          <a:endParaRPr lang="en-US"/>
        </a:p>
      </dgm:t>
    </dgm:pt>
    <dgm:pt modelId="{8D7F6168-3375-4944-9E44-CAF74B3806A6}" type="parTrans" cxnId="{0CC0E3D1-8F39-4FF2-B9D9-3A04FB33D853}">
      <dgm:prSet/>
      <dgm:spPr/>
      <dgm:t>
        <a:bodyPr/>
        <a:lstStyle/>
        <a:p>
          <a:endParaRPr lang="en-US"/>
        </a:p>
      </dgm:t>
    </dgm:pt>
    <dgm:pt modelId="{73789560-595C-4E55-A81E-C1A7027ABE4D}" type="sibTrans" cxnId="{0CC0E3D1-8F39-4FF2-B9D9-3A04FB33D853}">
      <dgm:prSet/>
      <dgm:spPr/>
      <dgm:t>
        <a:bodyPr/>
        <a:lstStyle/>
        <a:p>
          <a:endParaRPr lang="en-US"/>
        </a:p>
      </dgm:t>
    </dgm:pt>
    <dgm:pt modelId="{376F8397-695E-4810-942B-20BEA9C25380}">
      <dgm:prSet/>
      <dgm:spPr/>
      <dgm:t>
        <a:bodyPr/>
        <a:lstStyle/>
        <a:p>
          <a:pPr>
            <a:defRPr cap="all"/>
          </a:pPr>
          <a:r>
            <a:rPr lang="es-MX" dirty="0"/>
            <a:t>Órdenes: Registro de pedidos con detalle</a:t>
          </a:r>
          <a:endParaRPr lang="en-US" dirty="0"/>
        </a:p>
      </dgm:t>
    </dgm:pt>
    <dgm:pt modelId="{0C802E26-B01B-48C7-A111-5BAB7413398D}" type="parTrans" cxnId="{4FB9F573-B2C4-43C0-BC14-14632EC9783A}">
      <dgm:prSet/>
      <dgm:spPr/>
      <dgm:t>
        <a:bodyPr/>
        <a:lstStyle/>
        <a:p>
          <a:endParaRPr lang="en-US"/>
        </a:p>
      </dgm:t>
    </dgm:pt>
    <dgm:pt modelId="{8CE35B04-2003-45C6-A966-E77E0380695A}" type="sibTrans" cxnId="{4FB9F573-B2C4-43C0-BC14-14632EC9783A}">
      <dgm:prSet/>
      <dgm:spPr/>
      <dgm:t>
        <a:bodyPr/>
        <a:lstStyle/>
        <a:p>
          <a:endParaRPr lang="en-US"/>
        </a:p>
      </dgm:t>
    </dgm:pt>
    <dgm:pt modelId="{1DBCAA19-3CA6-4F44-B2A9-207C406BC9C5}" type="pres">
      <dgm:prSet presAssocID="{1BE6C901-D02B-457C-B993-B68EB6E32143}" presName="root" presStyleCnt="0">
        <dgm:presLayoutVars>
          <dgm:dir/>
          <dgm:resizeHandles val="exact"/>
        </dgm:presLayoutVars>
      </dgm:prSet>
      <dgm:spPr/>
    </dgm:pt>
    <dgm:pt modelId="{F1767536-D23D-49AE-9659-DCDF0DB1239D}" type="pres">
      <dgm:prSet presAssocID="{DB171A6A-9A61-403E-BAC9-BB39A8563CD1}" presName="compNode" presStyleCnt="0"/>
      <dgm:spPr/>
    </dgm:pt>
    <dgm:pt modelId="{B743D5E6-6A65-46AC-B02F-7FD8377059A1}" type="pres">
      <dgm:prSet presAssocID="{DB171A6A-9A61-403E-BAC9-BB39A8563CD1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934812B-EE78-49D5-880B-F6D97E3373AF}" type="pres">
      <dgm:prSet presAssocID="{DB171A6A-9A61-403E-BAC9-BB39A8563C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E73B17DA-C78F-480C-AFEF-CBE44D3C7B6E}" type="pres">
      <dgm:prSet presAssocID="{DB171A6A-9A61-403E-BAC9-BB39A8563CD1}" presName="spaceRect" presStyleCnt="0"/>
      <dgm:spPr/>
    </dgm:pt>
    <dgm:pt modelId="{14E892EF-7907-4071-887C-9FE1B633176C}" type="pres">
      <dgm:prSet presAssocID="{DB171A6A-9A61-403E-BAC9-BB39A8563CD1}" presName="textRect" presStyleLbl="revTx" presStyleIdx="0" presStyleCnt="5">
        <dgm:presLayoutVars>
          <dgm:chMax val="1"/>
          <dgm:chPref val="1"/>
        </dgm:presLayoutVars>
      </dgm:prSet>
      <dgm:spPr/>
    </dgm:pt>
    <dgm:pt modelId="{2E6F51EB-62AB-4B35-884B-3A5DD0C9DE09}" type="pres">
      <dgm:prSet presAssocID="{816232D2-FDBB-456A-988B-F8EB05087249}" presName="sibTrans" presStyleCnt="0"/>
      <dgm:spPr/>
    </dgm:pt>
    <dgm:pt modelId="{CBA02A2B-AEE3-4EB2-9879-595EFEF5CDAE}" type="pres">
      <dgm:prSet presAssocID="{8E9C35D3-2F44-404B-B41F-71E99DCAC425}" presName="compNode" presStyleCnt="0"/>
      <dgm:spPr/>
    </dgm:pt>
    <dgm:pt modelId="{82C3D0D2-DBCE-4190-ABFE-7AB89D25CCB2}" type="pres">
      <dgm:prSet presAssocID="{8E9C35D3-2F44-404B-B41F-71E99DCAC425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FBD0F73-77BB-43ED-B782-816873D07488}" type="pres">
      <dgm:prSet presAssocID="{8E9C35D3-2F44-404B-B41F-71E99DCAC42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892FEDE-21F6-41CE-BCC5-1BA05FBF0944}" type="pres">
      <dgm:prSet presAssocID="{8E9C35D3-2F44-404B-B41F-71E99DCAC425}" presName="spaceRect" presStyleCnt="0"/>
      <dgm:spPr/>
    </dgm:pt>
    <dgm:pt modelId="{FA44F6DD-095B-4179-AADF-6A15AF28918B}" type="pres">
      <dgm:prSet presAssocID="{8E9C35D3-2F44-404B-B41F-71E99DCAC425}" presName="textRect" presStyleLbl="revTx" presStyleIdx="1" presStyleCnt="5">
        <dgm:presLayoutVars>
          <dgm:chMax val="1"/>
          <dgm:chPref val="1"/>
        </dgm:presLayoutVars>
      </dgm:prSet>
      <dgm:spPr/>
    </dgm:pt>
    <dgm:pt modelId="{9BAC31BC-E4FE-446F-86CC-AB6FFA913C14}" type="pres">
      <dgm:prSet presAssocID="{3B6D3C8E-F1D5-4CEB-A9B3-A08852575240}" presName="sibTrans" presStyleCnt="0"/>
      <dgm:spPr/>
    </dgm:pt>
    <dgm:pt modelId="{83B78F86-691E-4156-951A-6F1B024FE603}" type="pres">
      <dgm:prSet presAssocID="{241F51EE-DCCD-425B-B124-276671C9D8D3}" presName="compNode" presStyleCnt="0"/>
      <dgm:spPr/>
    </dgm:pt>
    <dgm:pt modelId="{8A6B4B0A-F1E5-4280-B7BC-525A3C11E310}" type="pres">
      <dgm:prSet presAssocID="{241F51EE-DCCD-425B-B124-276671C9D8D3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0708D20-748B-4FEA-9931-6116301633F2}" type="pres">
      <dgm:prSet presAssocID="{241F51EE-DCCD-425B-B124-276671C9D8D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etoscopio"/>
        </a:ext>
      </dgm:extLst>
    </dgm:pt>
    <dgm:pt modelId="{8CBB2C8A-4FC3-4CFA-8987-5259842B3CD5}" type="pres">
      <dgm:prSet presAssocID="{241F51EE-DCCD-425B-B124-276671C9D8D3}" presName="spaceRect" presStyleCnt="0"/>
      <dgm:spPr/>
    </dgm:pt>
    <dgm:pt modelId="{54D006DE-196C-42DC-BF1B-1A0A63FC3F1E}" type="pres">
      <dgm:prSet presAssocID="{241F51EE-DCCD-425B-B124-276671C9D8D3}" presName="textRect" presStyleLbl="revTx" presStyleIdx="2" presStyleCnt="5">
        <dgm:presLayoutVars>
          <dgm:chMax val="1"/>
          <dgm:chPref val="1"/>
        </dgm:presLayoutVars>
      </dgm:prSet>
      <dgm:spPr/>
    </dgm:pt>
    <dgm:pt modelId="{49BED7A2-7C9B-45E2-9658-8417036C9683}" type="pres">
      <dgm:prSet presAssocID="{55FAC880-800B-4B27-B3B6-58D632780487}" presName="sibTrans" presStyleCnt="0"/>
      <dgm:spPr/>
    </dgm:pt>
    <dgm:pt modelId="{3156169F-0074-4EA9-9404-FFFD1D27F826}" type="pres">
      <dgm:prSet presAssocID="{FCD4E497-3CF3-49F8-AA0A-1D3902E48381}" presName="compNode" presStyleCnt="0"/>
      <dgm:spPr/>
    </dgm:pt>
    <dgm:pt modelId="{D56C5282-7570-4E4F-B2C2-B39B58CA1216}" type="pres">
      <dgm:prSet presAssocID="{FCD4E497-3CF3-49F8-AA0A-1D3902E48381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6FD2608-0139-46B7-8B95-477B1C24B3E1}" type="pres">
      <dgm:prSet presAssocID="{FCD4E497-3CF3-49F8-AA0A-1D3902E4838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85DA23B1-B71E-4838-80EA-5AD6E8928122}" type="pres">
      <dgm:prSet presAssocID="{FCD4E497-3CF3-49F8-AA0A-1D3902E48381}" presName="spaceRect" presStyleCnt="0"/>
      <dgm:spPr/>
    </dgm:pt>
    <dgm:pt modelId="{6EEC774B-62C2-45C3-AEF1-505931F89B1B}" type="pres">
      <dgm:prSet presAssocID="{FCD4E497-3CF3-49F8-AA0A-1D3902E48381}" presName="textRect" presStyleLbl="revTx" presStyleIdx="3" presStyleCnt="5">
        <dgm:presLayoutVars>
          <dgm:chMax val="1"/>
          <dgm:chPref val="1"/>
        </dgm:presLayoutVars>
      </dgm:prSet>
      <dgm:spPr/>
    </dgm:pt>
    <dgm:pt modelId="{D465D8F3-10BF-4B38-95D1-F765E1418A9A}" type="pres">
      <dgm:prSet presAssocID="{73789560-595C-4E55-A81E-C1A7027ABE4D}" presName="sibTrans" presStyleCnt="0"/>
      <dgm:spPr/>
    </dgm:pt>
    <dgm:pt modelId="{D9389D2A-3384-4421-9772-0782C303678D}" type="pres">
      <dgm:prSet presAssocID="{376F8397-695E-4810-942B-20BEA9C25380}" presName="compNode" presStyleCnt="0"/>
      <dgm:spPr/>
    </dgm:pt>
    <dgm:pt modelId="{46037A7F-8E75-49ED-B060-B3C967E91FE9}" type="pres">
      <dgm:prSet presAssocID="{376F8397-695E-4810-942B-20BEA9C2538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CE442D4-3065-4BED-98E8-A5F59ABD6DAE}" type="pres">
      <dgm:prSet presAssocID="{376F8397-695E-4810-942B-20BEA9C253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ja registradora"/>
        </a:ext>
      </dgm:extLst>
    </dgm:pt>
    <dgm:pt modelId="{1FD33B54-11F7-402F-9534-BE3CD3A93239}" type="pres">
      <dgm:prSet presAssocID="{376F8397-695E-4810-942B-20BEA9C25380}" presName="spaceRect" presStyleCnt="0"/>
      <dgm:spPr/>
    </dgm:pt>
    <dgm:pt modelId="{9BFB1DC1-A513-47DA-88E6-5D616724B082}" type="pres">
      <dgm:prSet presAssocID="{376F8397-695E-4810-942B-20BEA9C2538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30220C-A470-4CA9-9FC4-565CF3103243}" type="presOf" srcId="{8E9C35D3-2F44-404B-B41F-71E99DCAC425}" destId="{FA44F6DD-095B-4179-AADF-6A15AF28918B}" srcOrd="0" destOrd="0" presId="urn:microsoft.com/office/officeart/2018/5/layout/IconLeafLabelList"/>
    <dgm:cxn modelId="{238B0762-468F-4F1A-B40E-4E37A91D5977}" type="presOf" srcId="{241F51EE-DCCD-425B-B124-276671C9D8D3}" destId="{54D006DE-196C-42DC-BF1B-1A0A63FC3F1E}" srcOrd="0" destOrd="0" presId="urn:microsoft.com/office/officeart/2018/5/layout/IconLeafLabelList"/>
    <dgm:cxn modelId="{4FB9F573-B2C4-43C0-BC14-14632EC9783A}" srcId="{1BE6C901-D02B-457C-B993-B68EB6E32143}" destId="{376F8397-695E-4810-942B-20BEA9C25380}" srcOrd="4" destOrd="0" parTransId="{0C802E26-B01B-48C7-A111-5BAB7413398D}" sibTransId="{8CE35B04-2003-45C6-A966-E77E0380695A}"/>
    <dgm:cxn modelId="{38031293-6C3F-4729-8882-D3F7DAE4F920}" type="presOf" srcId="{FCD4E497-3CF3-49F8-AA0A-1D3902E48381}" destId="{6EEC774B-62C2-45C3-AEF1-505931F89B1B}" srcOrd="0" destOrd="0" presId="urn:microsoft.com/office/officeart/2018/5/layout/IconLeafLabelList"/>
    <dgm:cxn modelId="{72BCA09D-364C-45C7-9E97-F289F920A0D6}" type="presOf" srcId="{376F8397-695E-4810-942B-20BEA9C25380}" destId="{9BFB1DC1-A513-47DA-88E6-5D616724B082}" srcOrd="0" destOrd="0" presId="urn:microsoft.com/office/officeart/2018/5/layout/IconLeafLabelList"/>
    <dgm:cxn modelId="{C7FB06A0-1509-407E-AFA2-64752F42C9C3}" srcId="{1BE6C901-D02B-457C-B993-B68EB6E32143}" destId="{DB171A6A-9A61-403E-BAC9-BB39A8563CD1}" srcOrd="0" destOrd="0" parTransId="{E354CBE9-06F9-42F1-91B0-09153AF1BAB8}" sibTransId="{816232D2-FDBB-456A-988B-F8EB05087249}"/>
    <dgm:cxn modelId="{449857BF-4868-4FD6-8D3D-EAA84E8EF47B}" type="presOf" srcId="{DB171A6A-9A61-403E-BAC9-BB39A8563CD1}" destId="{14E892EF-7907-4071-887C-9FE1B633176C}" srcOrd="0" destOrd="0" presId="urn:microsoft.com/office/officeart/2018/5/layout/IconLeafLabelList"/>
    <dgm:cxn modelId="{0CC0E3D1-8F39-4FF2-B9D9-3A04FB33D853}" srcId="{1BE6C901-D02B-457C-B993-B68EB6E32143}" destId="{FCD4E497-3CF3-49F8-AA0A-1D3902E48381}" srcOrd="3" destOrd="0" parTransId="{8D7F6168-3375-4944-9E44-CAF74B3806A6}" sibTransId="{73789560-595C-4E55-A81E-C1A7027ABE4D}"/>
    <dgm:cxn modelId="{85E2E9D6-EADB-4F61-B8F2-82C76F4C1E68}" srcId="{1BE6C901-D02B-457C-B993-B68EB6E32143}" destId="{8E9C35D3-2F44-404B-B41F-71E99DCAC425}" srcOrd="1" destOrd="0" parTransId="{B7407337-2B84-40EC-B9E2-8C1AE94A2298}" sibTransId="{3B6D3C8E-F1D5-4CEB-A9B3-A08852575240}"/>
    <dgm:cxn modelId="{7E427BF1-9823-4801-B7A2-B20CD54CD0CD}" srcId="{1BE6C901-D02B-457C-B993-B68EB6E32143}" destId="{241F51EE-DCCD-425B-B124-276671C9D8D3}" srcOrd="2" destOrd="0" parTransId="{857DD192-838C-47E1-8BAE-D91E7FD36CCE}" sibTransId="{55FAC880-800B-4B27-B3B6-58D632780487}"/>
    <dgm:cxn modelId="{3AF887F2-2A99-48F8-8367-CC53455947B7}" type="presOf" srcId="{1BE6C901-D02B-457C-B993-B68EB6E32143}" destId="{1DBCAA19-3CA6-4F44-B2A9-207C406BC9C5}" srcOrd="0" destOrd="0" presId="urn:microsoft.com/office/officeart/2018/5/layout/IconLeafLabelList"/>
    <dgm:cxn modelId="{3D354689-C8AE-414F-B0A6-41C65752BB8A}" type="presParOf" srcId="{1DBCAA19-3CA6-4F44-B2A9-207C406BC9C5}" destId="{F1767536-D23D-49AE-9659-DCDF0DB1239D}" srcOrd="0" destOrd="0" presId="urn:microsoft.com/office/officeart/2018/5/layout/IconLeafLabelList"/>
    <dgm:cxn modelId="{2CB0348F-B78E-4968-AA52-7AB13D33712B}" type="presParOf" srcId="{F1767536-D23D-49AE-9659-DCDF0DB1239D}" destId="{B743D5E6-6A65-46AC-B02F-7FD8377059A1}" srcOrd="0" destOrd="0" presId="urn:microsoft.com/office/officeart/2018/5/layout/IconLeafLabelList"/>
    <dgm:cxn modelId="{2BE0378B-58D2-4147-96CC-4F7D7EB42F7A}" type="presParOf" srcId="{F1767536-D23D-49AE-9659-DCDF0DB1239D}" destId="{F934812B-EE78-49D5-880B-F6D97E3373AF}" srcOrd="1" destOrd="0" presId="urn:microsoft.com/office/officeart/2018/5/layout/IconLeafLabelList"/>
    <dgm:cxn modelId="{36E1269E-CDEE-4BB3-87ED-C9B6477581EF}" type="presParOf" srcId="{F1767536-D23D-49AE-9659-DCDF0DB1239D}" destId="{E73B17DA-C78F-480C-AFEF-CBE44D3C7B6E}" srcOrd="2" destOrd="0" presId="urn:microsoft.com/office/officeart/2018/5/layout/IconLeafLabelList"/>
    <dgm:cxn modelId="{319C6FD3-9D67-4762-A121-B66CD998ECC0}" type="presParOf" srcId="{F1767536-D23D-49AE-9659-DCDF0DB1239D}" destId="{14E892EF-7907-4071-887C-9FE1B633176C}" srcOrd="3" destOrd="0" presId="urn:microsoft.com/office/officeart/2018/5/layout/IconLeafLabelList"/>
    <dgm:cxn modelId="{B5DA57FA-869B-415F-9053-AADD6464E0E8}" type="presParOf" srcId="{1DBCAA19-3CA6-4F44-B2A9-207C406BC9C5}" destId="{2E6F51EB-62AB-4B35-884B-3A5DD0C9DE09}" srcOrd="1" destOrd="0" presId="urn:microsoft.com/office/officeart/2018/5/layout/IconLeafLabelList"/>
    <dgm:cxn modelId="{FE46C23F-5780-4136-9A98-2B380B71FAF4}" type="presParOf" srcId="{1DBCAA19-3CA6-4F44-B2A9-207C406BC9C5}" destId="{CBA02A2B-AEE3-4EB2-9879-595EFEF5CDAE}" srcOrd="2" destOrd="0" presId="urn:microsoft.com/office/officeart/2018/5/layout/IconLeafLabelList"/>
    <dgm:cxn modelId="{0BD3B916-24CF-4B57-8FFC-FFD7083C02A7}" type="presParOf" srcId="{CBA02A2B-AEE3-4EB2-9879-595EFEF5CDAE}" destId="{82C3D0D2-DBCE-4190-ABFE-7AB89D25CCB2}" srcOrd="0" destOrd="0" presId="urn:microsoft.com/office/officeart/2018/5/layout/IconLeafLabelList"/>
    <dgm:cxn modelId="{80253757-613B-4D7D-820D-7FCF643D90AD}" type="presParOf" srcId="{CBA02A2B-AEE3-4EB2-9879-595EFEF5CDAE}" destId="{8FBD0F73-77BB-43ED-B782-816873D07488}" srcOrd="1" destOrd="0" presId="urn:microsoft.com/office/officeart/2018/5/layout/IconLeafLabelList"/>
    <dgm:cxn modelId="{DBBB5051-A75F-49F4-B3B4-5FCC3B624376}" type="presParOf" srcId="{CBA02A2B-AEE3-4EB2-9879-595EFEF5CDAE}" destId="{B892FEDE-21F6-41CE-BCC5-1BA05FBF0944}" srcOrd="2" destOrd="0" presId="urn:microsoft.com/office/officeart/2018/5/layout/IconLeafLabelList"/>
    <dgm:cxn modelId="{23938E97-AF28-4DA0-AB66-272ED93D2A3A}" type="presParOf" srcId="{CBA02A2B-AEE3-4EB2-9879-595EFEF5CDAE}" destId="{FA44F6DD-095B-4179-AADF-6A15AF28918B}" srcOrd="3" destOrd="0" presId="urn:microsoft.com/office/officeart/2018/5/layout/IconLeafLabelList"/>
    <dgm:cxn modelId="{BD4AC84B-8BE5-4A4E-94A4-DB550389B15D}" type="presParOf" srcId="{1DBCAA19-3CA6-4F44-B2A9-207C406BC9C5}" destId="{9BAC31BC-E4FE-446F-86CC-AB6FFA913C14}" srcOrd="3" destOrd="0" presId="urn:microsoft.com/office/officeart/2018/5/layout/IconLeafLabelList"/>
    <dgm:cxn modelId="{4CFB267E-9A24-4FCF-9166-8955C207D58D}" type="presParOf" srcId="{1DBCAA19-3CA6-4F44-B2A9-207C406BC9C5}" destId="{83B78F86-691E-4156-951A-6F1B024FE603}" srcOrd="4" destOrd="0" presId="urn:microsoft.com/office/officeart/2018/5/layout/IconLeafLabelList"/>
    <dgm:cxn modelId="{5E1FC46C-0CA6-41AB-B841-19706C687CF8}" type="presParOf" srcId="{83B78F86-691E-4156-951A-6F1B024FE603}" destId="{8A6B4B0A-F1E5-4280-B7BC-525A3C11E310}" srcOrd="0" destOrd="0" presId="urn:microsoft.com/office/officeart/2018/5/layout/IconLeafLabelList"/>
    <dgm:cxn modelId="{924307BE-5F45-4CA2-B7F1-432BE1C02234}" type="presParOf" srcId="{83B78F86-691E-4156-951A-6F1B024FE603}" destId="{50708D20-748B-4FEA-9931-6116301633F2}" srcOrd="1" destOrd="0" presId="urn:microsoft.com/office/officeart/2018/5/layout/IconLeafLabelList"/>
    <dgm:cxn modelId="{5BC3D2B0-0143-41E8-AA8E-296423EBA244}" type="presParOf" srcId="{83B78F86-691E-4156-951A-6F1B024FE603}" destId="{8CBB2C8A-4FC3-4CFA-8987-5259842B3CD5}" srcOrd="2" destOrd="0" presId="urn:microsoft.com/office/officeart/2018/5/layout/IconLeafLabelList"/>
    <dgm:cxn modelId="{DEFC4471-5AD1-4B26-8EC2-983BDB2D9A3D}" type="presParOf" srcId="{83B78F86-691E-4156-951A-6F1B024FE603}" destId="{54D006DE-196C-42DC-BF1B-1A0A63FC3F1E}" srcOrd="3" destOrd="0" presId="urn:microsoft.com/office/officeart/2018/5/layout/IconLeafLabelList"/>
    <dgm:cxn modelId="{22395164-EB99-4037-8CD3-06FBBB732E1C}" type="presParOf" srcId="{1DBCAA19-3CA6-4F44-B2A9-207C406BC9C5}" destId="{49BED7A2-7C9B-45E2-9658-8417036C9683}" srcOrd="5" destOrd="0" presId="urn:microsoft.com/office/officeart/2018/5/layout/IconLeafLabelList"/>
    <dgm:cxn modelId="{40A42EBA-CFFD-424D-A745-60031E524F30}" type="presParOf" srcId="{1DBCAA19-3CA6-4F44-B2A9-207C406BC9C5}" destId="{3156169F-0074-4EA9-9404-FFFD1D27F826}" srcOrd="6" destOrd="0" presId="urn:microsoft.com/office/officeart/2018/5/layout/IconLeafLabelList"/>
    <dgm:cxn modelId="{6FC8F63F-D55D-44C5-BB6E-A1E5D85C40B1}" type="presParOf" srcId="{3156169F-0074-4EA9-9404-FFFD1D27F826}" destId="{D56C5282-7570-4E4F-B2C2-B39B58CA1216}" srcOrd="0" destOrd="0" presId="urn:microsoft.com/office/officeart/2018/5/layout/IconLeafLabelList"/>
    <dgm:cxn modelId="{385F617E-6D22-4C8F-B36E-56E88EE48524}" type="presParOf" srcId="{3156169F-0074-4EA9-9404-FFFD1D27F826}" destId="{C6FD2608-0139-46B7-8B95-477B1C24B3E1}" srcOrd="1" destOrd="0" presId="urn:microsoft.com/office/officeart/2018/5/layout/IconLeafLabelList"/>
    <dgm:cxn modelId="{736C25CE-25EB-4C34-A619-3266E9DD2E7C}" type="presParOf" srcId="{3156169F-0074-4EA9-9404-FFFD1D27F826}" destId="{85DA23B1-B71E-4838-80EA-5AD6E8928122}" srcOrd="2" destOrd="0" presId="urn:microsoft.com/office/officeart/2018/5/layout/IconLeafLabelList"/>
    <dgm:cxn modelId="{0B028EE2-F917-40BA-8026-3E94C613F3E3}" type="presParOf" srcId="{3156169F-0074-4EA9-9404-FFFD1D27F826}" destId="{6EEC774B-62C2-45C3-AEF1-505931F89B1B}" srcOrd="3" destOrd="0" presId="urn:microsoft.com/office/officeart/2018/5/layout/IconLeafLabelList"/>
    <dgm:cxn modelId="{612764C5-5BA7-42AA-A83F-ECBB11F0CC53}" type="presParOf" srcId="{1DBCAA19-3CA6-4F44-B2A9-207C406BC9C5}" destId="{D465D8F3-10BF-4B38-95D1-F765E1418A9A}" srcOrd="7" destOrd="0" presId="urn:microsoft.com/office/officeart/2018/5/layout/IconLeafLabelList"/>
    <dgm:cxn modelId="{8C2BCBA1-F3AE-4E1B-A696-4501B8293D5C}" type="presParOf" srcId="{1DBCAA19-3CA6-4F44-B2A9-207C406BC9C5}" destId="{D9389D2A-3384-4421-9772-0782C303678D}" srcOrd="8" destOrd="0" presId="urn:microsoft.com/office/officeart/2018/5/layout/IconLeafLabelList"/>
    <dgm:cxn modelId="{71668C96-5651-4405-BD89-1ECC8BADC1CD}" type="presParOf" srcId="{D9389D2A-3384-4421-9772-0782C303678D}" destId="{46037A7F-8E75-49ED-B060-B3C967E91FE9}" srcOrd="0" destOrd="0" presId="urn:microsoft.com/office/officeart/2018/5/layout/IconLeafLabelList"/>
    <dgm:cxn modelId="{2CFAEF5A-5619-4953-9620-689519478ED7}" type="presParOf" srcId="{D9389D2A-3384-4421-9772-0782C303678D}" destId="{2CE442D4-3065-4BED-98E8-A5F59ABD6DAE}" srcOrd="1" destOrd="0" presId="urn:microsoft.com/office/officeart/2018/5/layout/IconLeafLabelList"/>
    <dgm:cxn modelId="{E31E4171-BCE5-4EB0-9F37-FFFA8285DEA8}" type="presParOf" srcId="{D9389D2A-3384-4421-9772-0782C303678D}" destId="{1FD33B54-11F7-402F-9534-BE3CD3A93239}" srcOrd="2" destOrd="0" presId="urn:microsoft.com/office/officeart/2018/5/layout/IconLeafLabelList"/>
    <dgm:cxn modelId="{C862D529-82EB-4E77-8870-086360168B18}" type="presParOf" srcId="{D9389D2A-3384-4421-9772-0782C303678D}" destId="{9BFB1DC1-A513-47DA-88E6-5D616724B08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6586D1-09DB-4ECA-950C-19A596D9CA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B0A3E1-D065-475B-A555-3E09A180A803}">
      <dgm:prSet/>
      <dgm:spPr/>
      <dgm:t>
        <a:bodyPr/>
        <a:lstStyle/>
        <a:p>
          <a:r>
            <a:rPr lang="es-MX"/>
            <a:t>Cliente → API REST → PostgreSQL</a:t>
          </a:r>
          <a:endParaRPr lang="en-US"/>
        </a:p>
      </dgm:t>
    </dgm:pt>
    <dgm:pt modelId="{CC5FF798-69BD-48CF-84FA-4FB492CF99C8}" type="parTrans" cxnId="{DEBFA7DF-09DA-4DE0-A096-7E5740331A5F}">
      <dgm:prSet/>
      <dgm:spPr/>
      <dgm:t>
        <a:bodyPr/>
        <a:lstStyle/>
        <a:p>
          <a:endParaRPr lang="en-US"/>
        </a:p>
      </dgm:t>
    </dgm:pt>
    <dgm:pt modelId="{95CBAA5F-96EE-4D0A-816F-3E1A59182830}" type="sibTrans" cxnId="{DEBFA7DF-09DA-4DE0-A096-7E5740331A5F}">
      <dgm:prSet/>
      <dgm:spPr/>
      <dgm:t>
        <a:bodyPr/>
        <a:lstStyle/>
        <a:p>
          <a:endParaRPr lang="en-US"/>
        </a:p>
      </dgm:t>
    </dgm:pt>
    <dgm:pt modelId="{5784E43B-70C9-4AC5-95B5-81BEA073673A}">
      <dgm:prSet/>
      <dgm:spPr/>
      <dgm:t>
        <a:bodyPr/>
        <a:lstStyle/>
        <a:p>
          <a:r>
            <a:rPr lang="es-MX"/>
            <a:t>Cada petición se valida, se procesa en el backend y se persiste en la base de datos.</a:t>
          </a:r>
          <a:endParaRPr lang="en-US"/>
        </a:p>
      </dgm:t>
    </dgm:pt>
    <dgm:pt modelId="{7777B849-A909-4ED0-BF7F-C9000AD78A53}" type="parTrans" cxnId="{7B99111B-C28F-4379-97B9-E1D8A6F8AFEC}">
      <dgm:prSet/>
      <dgm:spPr/>
      <dgm:t>
        <a:bodyPr/>
        <a:lstStyle/>
        <a:p>
          <a:endParaRPr lang="en-US"/>
        </a:p>
      </dgm:t>
    </dgm:pt>
    <dgm:pt modelId="{24B39CAF-5FC1-4AC1-A098-64E0646DBD76}" type="sibTrans" cxnId="{7B99111B-C28F-4379-97B9-E1D8A6F8AFEC}">
      <dgm:prSet/>
      <dgm:spPr/>
      <dgm:t>
        <a:bodyPr/>
        <a:lstStyle/>
        <a:p>
          <a:endParaRPr lang="en-US"/>
        </a:p>
      </dgm:t>
    </dgm:pt>
    <dgm:pt modelId="{4AEA7147-B695-467F-B888-6328D7EDFE4B}" type="pres">
      <dgm:prSet presAssocID="{5A6586D1-09DB-4ECA-950C-19A596D9CA49}" presName="root" presStyleCnt="0">
        <dgm:presLayoutVars>
          <dgm:dir/>
          <dgm:resizeHandles val="exact"/>
        </dgm:presLayoutVars>
      </dgm:prSet>
      <dgm:spPr/>
    </dgm:pt>
    <dgm:pt modelId="{67272CA6-73CE-407D-95D1-D19D693F744B}" type="pres">
      <dgm:prSet presAssocID="{9AB0A3E1-D065-475B-A555-3E09A180A803}" presName="compNode" presStyleCnt="0"/>
      <dgm:spPr/>
    </dgm:pt>
    <dgm:pt modelId="{28796B77-A6E8-487F-AC8A-D14861EF4663}" type="pres">
      <dgm:prSet presAssocID="{9AB0A3E1-D065-475B-A555-3E09A180A8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BE0BB5B5-6FDF-40AB-9603-5D1D53A76133}" type="pres">
      <dgm:prSet presAssocID="{9AB0A3E1-D065-475B-A555-3E09A180A803}" presName="spaceRect" presStyleCnt="0"/>
      <dgm:spPr/>
    </dgm:pt>
    <dgm:pt modelId="{01005AED-52B3-4D41-8699-D556E83CA30D}" type="pres">
      <dgm:prSet presAssocID="{9AB0A3E1-D065-475B-A555-3E09A180A803}" presName="textRect" presStyleLbl="revTx" presStyleIdx="0" presStyleCnt="2">
        <dgm:presLayoutVars>
          <dgm:chMax val="1"/>
          <dgm:chPref val="1"/>
        </dgm:presLayoutVars>
      </dgm:prSet>
      <dgm:spPr/>
    </dgm:pt>
    <dgm:pt modelId="{CA94EAD5-4EF7-46F4-9204-8E68FDA16B09}" type="pres">
      <dgm:prSet presAssocID="{95CBAA5F-96EE-4D0A-816F-3E1A59182830}" presName="sibTrans" presStyleCnt="0"/>
      <dgm:spPr/>
    </dgm:pt>
    <dgm:pt modelId="{363BE1A8-F6C7-4EB5-8867-2EC718000563}" type="pres">
      <dgm:prSet presAssocID="{5784E43B-70C9-4AC5-95B5-81BEA073673A}" presName="compNode" presStyleCnt="0"/>
      <dgm:spPr/>
    </dgm:pt>
    <dgm:pt modelId="{7E776645-E77A-41A0-8913-B4C4393E058C}" type="pres">
      <dgm:prSet presAssocID="{5784E43B-70C9-4AC5-95B5-81BEA07367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E4ECFB6-F5B1-45A3-AB73-6D9ECD8706B6}" type="pres">
      <dgm:prSet presAssocID="{5784E43B-70C9-4AC5-95B5-81BEA073673A}" presName="spaceRect" presStyleCnt="0"/>
      <dgm:spPr/>
    </dgm:pt>
    <dgm:pt modelId="{CB908A42-F3F7-4372-8B26-50F3C0F1C98A}" type="pres">
      <dgm:prSet presAssocID="{5784E43B-70C9-4AC5-95B5-81BEA073673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B99111B-C28F-4379-97B9-E1D8A6F8AFEC}" srcId="{5A6586D1-09DB-4ECA-950C-19A596D9CA49}" destId="{5784E43B-70C9-4AC5-95B5-81BEA073673A}" srcOrd="1" destOrd="0" parTransId="{7777B849-A909-4ED0-BF7F-C9000AD78A53}" sibTransId="{24B39CAF-5FC1-4AC1-A098-64E0646DBD76}"/>
    <dgm:cxn modelId="{DF076824-055C-40C4-BE4E-1B861B72C19F}" type="presOf" srcId="{5A6586D1-09DB-4ECA-950C-19A596D9CA49}" destId="{4AEA7147-B695-467F-B888-6328D7EDFE4B}" srcOrd="0" destOrd="0" presId="urn:microsoft.com/office/officeart/2018/2/layout/IconLabelList"/>
    <dgm:cxn modelId="{24C19474-3056-498D-8014-B4C9B7B784FD}" type="presOf" srcId="{9AB0A3E1-D065-475B-A555-3E09A180A803}" destId="{01005AED-52B3-4D41-8699-D556E83CA30D}" srcOrd="0" destOrd="0" presId="urn:microsoft.com/office/officeart/2018/2/layout/IconLabelList"/>
    <dgm:cxn modelId="{DEBFA7DF-09DA-4DE0-A096-7E5740331A5F}" srcId="{5A6586D1-09DB-4ECA-950C-19A596D9CA49}" destId="{9AB0A3E1-D065-475B-A555-3E09A180A803}" srcOrd="0" destOrd="0" parTransId="{CC5FF798-69BD-48CF-84FA-4FB492CF99C8}" sibTransId="{95CBAA5F-96EE-4D0A-816F-3E1A59182830}"/>
    <dgm:cxn modelId="{FB53D8F1-D723-4462-90A3-D7D55D6EF804}" type="presOf" srcId="{5784E43B-70C9-4AC5-95B5-81BEA073673A}" destId="{CB908A42-F3F7-4372-8B26-50F3C0F1C98A}" srcOrd="0" destOrd="0" presId="urn:microsoft.com/office/officeart/2018/2/layout/IconLabelList"/>
    <dgm:cxn modelId="{472C5C66-ED67-49D7-91CD-00010D116361}" type="presParOf" srcId="{4AEA7147-B695-467F-B888-6328D7EDFE4B}" destId="{67272CA6-73CE-407D-95D1-D19D693F744B}" srcOrd="0" destOrd="0" presId="urn:microsoft.com/office/officeart/2018/2/layout/IconLabelList"/>
    <dgm:cxn modelId="{71CC0E7D-25D2-492E-B118-EB844C519D7E}" type="presParOf" srcId="{67272CA6-73CE-407D-95D1-D19D693F744B}" destId="{28796B77-A6E8-487F-AC8A-D14861EF4663}" srcOrd="0" destOrd="0" presId="urn:microsoft.com/office/officeart/2018/2/layout/IconLabelList"/>
    <dgm:cxn modelId="{83562389-B3DB-4D33-9F62-E671274F506F}" type="presParOf" srcId="{67272CA6-73CE-407D-95D1-D19D693F744B}" destId="{BE0BB5B5-6FDF-40AB-9603-5D1D53A76133}" srcOrd="1" destOrd="0" presId="urn:microsoft.com/office/officeart/2018/2/layout/IconLabelList"/>
    <dgm:cxn modelId="{70CE32C1-1109-4E3C-9142-B8FD1E669146}" type="presParOf" srcId="{67272CA6-73CE-407D-95D1-D19D693F744B}" destId="{01005AED-52B3-4D41-8699-D556E83CA30D}" srcOrd="2" destOrd="0" presId="urn:microsoft.com/office/officeart/2018/2/layout/IconLabelList"/>
    <dgm:cxn modelId="{DED834AC-F86F-4413-B9E0-72C0C9DBE678}" type="presParOf" srcId="{4AEA7147-B695-467F-B888-6328D7EDFE4B}" destId="{CA94EAD5-4EF7-46F4-9204-8E68FDA16B09}" srcOrd="1" destOrd="0" presId="urn:microsoft.com/office/officeart/2018/2/layout/IconLabelList"/>
    <dgm:cxn modelId="{D43546B9-9AB1-4BE2-806A-9895E99B8E20}" type="presParOf" srcId="{4AEA7147-B695-467F-B888-6328D7EDFE4B}" destId="{363BE1A8-F6C7-4EB5-8867-2EC718000563}" srcOrd="2" destOrd="0" presId="urn:microsoft.com/office/officeart/2018/2/layout/IconLabelList"/>
    <dgm:cxn modelId="{58553927-7500-4B82-AC2E-C52E6CE5FD42}" type="presParOf" srcId="{363BE1A8-F6C7-4EB5-8867-2EC718000563}" destId="{7E776645-E77A-41A0-8913-B4C4393E058C}" srcOrd="0" destOrd="0" presId="urn:microsoft.com/office/officeart/2018/2/layout/IconLabelList"/>
    <dgm:cxn modelId="{B6CEE33A-05A8-400B-8647-3D7ECA9B8043}" type="presParOf" srcId="{363BE1A8-F6C7-4EB5-8867-2EC718000563}" destId="{2E4ECFB6-F5B1-45A3-AB73-6D9ECD8706B6}" srcOrd="1" destOrd="0" presId="urn:microsoft.com/office/officeart/2018/2/layout/IconLabelList"/>
    <dgm:cxn modelId="{2C23E980-F10C-481E-8C0A-4161379C3EE5}" type="presParOf" srcId="{363BE1A8-F6C7-4EB5-8867-2EC718000563}" destId="{CB908A42-F3F7-4372-8B26-50F3C0F1C9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E30F39-504F-4859-9423-A380DF4DA7D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C0F62A4-5EF2-4116-A6FB-E770C9046A72}">
      <dgm:prSet/>
      <dgm:spPr/>
      <dgm:t>
        <a:bodyPr/>
        <a:lstStyle/>
        <a:p>
          <a:pPr>
            <a:defRPr cap="all"/>
          </a:pPr>
          <a:r>
            <a:rPr lang="es-419"/>
            <a:t>Lenguaje y Framework: Java + Spring Boot  </a:t>
          </a:r>
          <a:endParaRPr lang="en-US"/>
        </a:p>
      </dgm:t>
    </dgm:pt>
    <dgm:pt modelId="{D19BC247-EF18-499F-AF82-D66BE57160FA}" type="parTrans" cxnId="{55CF4E33-B16A-4875-BFEC-F074DB9C1090}">
      <dgm:prSet/>
      <dgm:spPr/>
      <dgm:t>
        <a:bodyPr/>
        <a:lstStyle/>
        <a:p>
          <a:endParaRPr lang="en-US"/>
        </a:p>
      </dgm:t>
    </dgm:pt>
    <dgm:pt modelId="{BE221414-6EAA-4276-B8FA-003D880CB165}" type="sibTrans" cxnId="{55CF4E33-B16A-4875-BFEC-F074DB9C1090}">
      <dgm:prSet/>
      <dgm:spPr/>
      <dgm:t>
        <a:bodyPr/>
        <a:lstStyle/>
        <a:p>
          <a:endParaRPr lang="en-US"/>
        </a:p>
      </dgm:t>
    </dgm:pt>
    <dgm:pt modelId="{E64A1CB7-A0FB-4A23-996D-9054071760DF}">
      <dgm:prSet/>
      <dgm:spPr/>
      <dgm:t>
        <a:bodyPr/>
        <a:lstStyle/>
        <a:p>
          <a:pPr>
            <a:defRPr cap="all"/>
          </a:pPr>
          <a:r>
            <a:rPr lang="es-419"/>
            <a:t>Base de datos: PostgreSQL  </a:t>
          </a:r>
          <a:endParaRPr lang="en-US"/>
        </a:p>
      </dgm:t>
    </dgm:pt>
    <dgm:pt modelId="{34B9D8C9-1117-4203-AB0F-3CCD525B8752}" type="parTrans" cxnId="{0DBDA8BF-18CF-4222-AC24-157D74337B53}">
      <dgm:prSet/>
      <dgm:spPr/>
      <dgm:t>
        <a:bodyPr/>
        <a:lstStyle/>
        <a:p>
          <a:endParaRPr lang="en-US"/>
        </a:p>
      </dgm:t>
    </dgm:pt>
    <dgm:pt modelId="{A25FA640-38F5-4F28-BB95-576984728292}" type="sibTrans" cxnId="{0DBDA8BF-18CF-4222-AC24-157D74337B53}">
      <dgm:prSet/>
      <dgm:spPr/>
      <dgm:t>
        <a:bodyPr/>
        <a:lstStyle/>
        <a:p>
          <a:endParaRPr lang="en-US"/>
        </a:p>
      </dgm:t>
    </dgm:pt>
    <dgm:pt modelId="{722CCA82-E157-450E-8CCA-052C0AD0B46B}">
      <dgm:prSet/>
      <dgm:spPr/>
      <dgm:t>
        <a:bodyPr/>
        <a:lstStyle/>
        <a:p>
          <a:pPr>
            <a:defRPr cap="all"/>
          </a:pPr>
          <a:r>
            <a:rPr lang="es-419"/>
            <a:t>Herramientas: Postman</a:t>
          </a:r>
          <a:endParaRPr lang="en-US"/>
        </a:p>
      </dgm:t>
    </dgm:pt>
    <dgm:pt modelId="{F0DF49DF-C1F6-4104-B3CB-01495AD587F6}" type="parTrans" cxnId="{4F8714C0-D378-4A36-8050-265F36640457}">
      <dgm:prSet/>
      <dgm:spPr/>
      <dgm:t>
        <a:bodyPr/>
        <a:lstStyle/>
        <a:p>
          <a:endParaRPr lang="en-US"/>
        </a:p>
      </dgm:t>
    </dgm:pt>
    <dgm:pt modelId="{403149BA-2045-479D-971F-1106C9830097}" type="sibTrans" cxnId="{4F8714C0-D378-4A36-8050-265F36640457}">
      <dgm:prSet/>
      <dgm:spPr/>
      <dgm:t>
        <a:bodyPr/>
        <a:lstStyle/>
        <a:p>
          <a:endParaRPr lang="en-US"/>
        </a:p>
      </dgm:t>
    </dgm:pt>
    <dgm:pt modelId="{7D4E6193-A1AD-4266-9B3A-CD1EE3BE164F}" type="pres">
      <dgm:prSet presAssocID="{CDE30F39-504F-4859-9423-A380DF4DA7D6}" presName="root" presStyleCnt="0">
        <dgm:presLayoutVars>
          <dgm:dir/>
          <dgm:resizeHandles val="exact"/>
        </dgm:presLayoutVars>
      </dgm:prSet>
      <dgm:spPr/>
    </dgm:pt>
    <dgm:pt modelId="{3A121AC8-B2A4-48FB-AA9B-4A4CABD65842}" type="pres">
      <dgm:prSet presAssocID="{EC0F62A4-5EF2-4116-A6FB-E770C9046A72}" presName="compNode" presStyleCnt="0"/>
      <dgm:spPr/>
    </dgm:pt>
    <dgm:pt modelId="{25312F59-2CF3-4F1E-95DA-2A7596E74E9D}" type="pres">
      <dgm:prSet presAssocID="{EC0F62A4-5EF2-4116-A6FB-E770C9046A72}" presName="iconBgRect" presStyleLbl="bgShp" presStyleIdx="0" presStyleCnt="3"/>
      <dgm:spPr/>
    </dgm:pt>
    <dgm:pt modelId="{2CFC8D46-A254-4619-8890-47D5A92EC06D}" type="pres">
      <dgm:prSet presAssocID="{EC0F62A4-5EF2-4116-A6FB-E770C9046A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88F222BC-273E-41E5-861E-A144EA87B875}" type="pres">
      <dgm:prSet presAssocID="{EC0F62A4-5EF2-4116-A6FB-E770C9046A72}" presName="spaceRect" presStyleCnt="0"/>
      <dgm:spPr/>
    </dgm:pt>
    <dgm:pt modelId="{81FB3D3B-0266-465F-884D-F796CA9BB030}" type="pres">
      <dgm:prSet presAssocID="{EC0F62A4-5EF2-4116-A6FB-E770C9046A72}" presName="textRect" presStyleLbl="revTx" presStyleIdx="0" presStyleCnt="3">
        <dgm:presLayoutVars>
          <dgm:chMax val="1"/>
          <dgm:chPref val="1"/>
        </dgm:presLayoutVars>
      </dgm:prSet>
      <dgm:spPr/>
    </dgm:pt>
    <dgm:pt modelId="{51EC3050-5E9D-4E17-AE20-247D5B887C2D}" type="pres">
      <dgm:prSet presAssocID="{BE221414-6EAA-4276-B8FA-003D880CB165}" presName="sibTrans" presStyleCnt="0"/>
      <dgm:spPr/>
    </dgm:pt>
    <dgm:pt modelId="{74299673-3365-4D86-A87F-0414A44716DC}" type="pres">
      <dgm:prSet presAssocID="{E64A1CB7-A0FB-4A23-996D-9054071760DF}" presName="compNode" presStyleCnt="0"/>
      <dgm:spPr/>
    </dgm:pt>
    <dgm:pt modelId="{1BA7E0E2-EA8D-45CF-A7FC-35C1FF6DEB7B}" type="pres">
      <dgm:prSet presAssocID="{E64A1CB7-A0FB-4A23-996D-9054071760DF}" presName="iconBgRect" presStyleLbl="bgShp" presStyleIdx="1" presStyleCnt="3"/>
      <dgm:spPr/>
    </dgm:pt>
    <dgm:pt modelId="{98FF58B1-08B6-4F36-BD23-527CC01B7C72}" type="pres">
      <dgm:prSet presAssocID="{E64A1CB7-A0FB-4A23-996D-9054071760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2439BFDA-6DDF-434C-8B12-EC256765F27C}" type="pres">
      <dgm:prSet presAssocID="{E64A1CB7-A0FB-4A23-996D-9054071760DF}" presName="spaceRect" presStyleCnt="0"/>
      <dgm:spPr/>
    </dgm:pt>
    <dgm:pt modelId="{A14589DA-0C8C-4F15-9AC9-626C63762E13}" type="pres">
      <dgm:prSet presAssocID="{E64A1CB7-A0FB-4A23-996D-9054071760DF}" presName="textRect" presStyleLbl="revTx" presStyleIdx="1" presStyleCnt="3">
        <dgm:presLayoutVars>
          <dgm:chMax val="1"/>
          <dgm:chPref val="1"/>
        </dgm:presLayoutVars>
      </dgm:prSet>
      <dgm:spPr/>
    </dgm:pt>
    <dgm:pt modelId="{65E29186-3C04-4F60-AC14-601324E76E82}" type="pres">
      <dgm:prSet presAssocID="{A25FA640-38F5-4F28-BB95-576984728292}" presName="sibTrans" presStyleCnt="0"/>
      <dgm:spPr/>
    </dgm:pt>
    <dgm:pt modelId="{4B8E4B8E-9990-4A25-A036-2AF2D58F6F73}" type="pres">
      <dgm:prSet presAssocID="{722CCA82-E157-450E-8CCA-052C0AD0B46B}" presName="compNode" presStyleCnt="0"/>
      <dgm:spPr/>
    </dgm:pt>
    <dgm:pt modelId="{5864CB79-2008-46CE-9660-47E2B6AA03BE}" type="pres">
      <dgm:prSet presAssocID="{722CCA82-E157-450E-8CCA-052C0AD0B46B}" presName="iconBgRect" presStyleLbl="bgShp" presStyleIdx="2" presStyleCnt="3"/>
      <dgm:spPr/>
    </dgm:pt>
    <dgm:pt modelId="{AE0230D3-35E4-4555-B86C-87135BFE2DCF}" type="pres">
      <dgm:prSet presAssocID="{722CCA82-E157-450E-8CCA-052C0AD0B4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64A95183-B21E-4F50-8EB4-8D836172E7BB}" type="pres">
      <dgm:prSet presAssocID="{722CCA82-E157-450E-8CCA-052C0AD0B46B}" presName="spaceRect" presStyleCnt="0"/>
      <dgm:spPr/>
    </dgm:pt>
    <dgm:pt modelId="{DB49F0B6-D9C5-4E33-A781-675A9608A54E}" type="pres">
      <dgm:prSet presAssocID="{722CCA82-E157-450E-8CCA-052C0AD0B4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51E806-9E8F-48BE-842A-DDE62C17B570}" type="presOf" srcId="{E64A1CB7-A0FB-4A23-996D-9054071760DF}" destId="{A14589DA-0C8C-4F15-9AC9-626C63762E13}" srcOrd="0" destOrd="0" presId="urn:microsoft.com/office/officeart/2018/5/layout/IconCircleLabelList"/>
    <dgm:cxn modelId="{296C7020-40A7-4AC3-A191-6F5AB0CF9DC8}" type="presOf" srcId="{CDE30F39-504F-4859-9423-A380DF4DA7D6}" destId="{7D4E6193-A1AD-4266-9B3A-CD1EE3BE164F}" srcOrd="0" destOrd="0" presId="urn:microsoft.com/office/officeart/2018/5/layout/IconCircleLabelList"/>
    <dgm:cxn modelId="{55CF4E33-B16A-4875-BFEC-F074DB9C1090}" srcId="{CDE30F39-504F-4859-9423-A380DF4DA7D6}" destId="{EC0F62A4-5EF2-4116-A6FB-E770C9046A72}" srcOrd="0" destOrd="0" parTransId="{D19BC247-EF18-499F-AF82-D66BE57160FA}" sibTransId="{BE221414-6EAA-4276-B8FA-003D880CB165}"/>
    <dgm:cxn modelId="{D513BAA0-7093-40EB-AADE-29372BE462D5}" type="presOf" srcId="{722CCA82-E157-450E-8CCA-052C0AD0B46B}" destId="{DB49F0B6-D9C5-4E33-A781-675A9608A54E}" srcOrd="0" destOrd="0" presId="urn:microsoft.com/office/officeart/2018/5/layout/IconCircleLabelList"/>
    <dgm:cxn modelId="{0DBDA8BF-18CF-4222-AC24-157D74337B53}" srcId="{CDE30F39-504F-4859-9423-A380DF4DA7D6}" destId="{E64A1CB7-A0FB-4A23-996D-9054071760DF}" srcOrd="1" destOrd="0" parTransId="{34B9D8C9-1117-4203-AB0F-3CCD525B8752}" sibTransId="{A25FA640-38F5-4F28-BB95-576984728292}"/>
    <dgm:cxn modelId="{4F8714C0-D378-4A36-8050-265F36640457}" srcId="{CDE30F39-504F-4859-9423-A380DF4DA7D6}" destId="{722CCA82-E157-450E-8CCA-052C0AD0B46B}" srcOrd="2" destOrd="0" parTransId="{F0DF49DF-C1F6-4104-B3CB-01495AD587F6}" sibTransId="{403149BA-2045-479D-971F-1106C9830097}"/>
    <dgm:cxn modelId="{0BCA8CD1-3342-40E9-99B9-20D5E8FA2C3C}" type="presOf" srcId="{EC0F62A4-5EF2-4116-A6FB-E770C9046A72}" destId="{81FB3D3B-0266-465F-884D-F796CA9BB030}" srcOrd="0" destOrd="0" presId="urn:microsoft.com/office/officeart/2018/5/layout/IconCircleLabelList"/>
    <dgm:cxn modelId="{2569A915-98C0-4819-8287-9873379756F6}" type="presParOf" srcId="{7D4E6193-A1AD-4266-9B3A-CD1EE3BE164F}" destId="{3A121AC8-B2A4-48FB-AA9B-4A4CABD65842}" srcOrd="0" destOrd="0" presId="urn:microsoft.com/office/officeart/2018/5/layout/IconCircleLabelList"/>
    <dgm:cxn modelId="{A464D949-B064-4259-AEB7-318151175688}" type="presParOf" srcId="{3A121AC8-B2A4-48FB-AA9B-4A4CABD65842}" destId="{25312F59-2CF3-4F1E-95DA-2A7596E74E9D}" srcOrd="0" destOrd="0" presId="urn:microsoft.com/office/officeart/2018/5/layout/IconCircleLabelList"/>
    <dgm:cxn modelId="{D990B99E-2798-4C1F-BC78-591226469599}" type="presParOf" srcId="{3A121AC8-B2A4-48FB-AA9B-4A4CABD65842}" destId="{2CFC8D46-A254-4619-8890-47D5A92EC06D}" srcOrd="1" destOrd="0" presId="urn:microsoft.com/office/officeart/2018/5/layout/IconCircleLabelList"/>
    <dgm:cxn modelId="{3332FCC7-AE05-41C7-83EF-5612DB42FE04}" type="presParOf" srcId="{3A121AC8-B2A4-48FB-AA9B-4A4CABD65842}" destId="{88F222BC-273E-41E5-861E-A144EA87B875}" srcOrd="2" destOrd="0" presId="urn:microsoft.com/office/officeart/2018/5/layout/IconCircleLabelList"/>
    <dgm:cxn modelId="{40F95EC8-DB26-47C5-8F6E-4023D3DFC21B}" type="presParOf" srcId="{3A121AC8-B2A4-48FB-AA9B-4A4CABD65842}" destId="{81FB3D3B-0266-465F-884D-F796CA9BB030}" srcOrd="3" destOrd="0" presId="urn:microsoft.com/office/officeart/2018/5/layout/IconCircleLabelList"/>
    <dgm:cxn modelId="{5C901173-C309-4518-8290-7DDC3D4F6547}" type="presParOf" srcId="{7D4E6193-A1AD-4266-9B3A-CD1EE3BE164F}" destId="{51EC3050-5E9D-4E17-AE20-247D5B887C2D}" srcOrd="1" destOrd="0" presId="urn:microsoft.com/office/officeart/2018/5/layout/IconCircleLabelList"/>
    <dgm:cxn modelId="{9E45A32D-A79F-4F52-A6C1-101956964706}" type="presParOf" srcId="{7D4E6193-A1AD-4266-9B3A-CD1EE3BE164F}" destId="{74299673-3365-4D86-A87F-0414A44716DC}" srcOrd="2" destOrd="0" presId="urn:microsoft.com/office/officeart/2018/5/layout/IconCircleLabelList"/>
    <dgm:cxn modelId="{ECE0EA1D-73D9-4E94-B823-C72F11AB681A}" type="presParOf" srcId="{74299673-3365-4D86-A87F-0414A44716DC}" destId="{1BA7E0E2-EA8D-45CF-A7FC-35C1FF6DEB7B}" srcOrd="0" destOrd="0" presId="urn:microsoft.com/office/officeart/2018/5/layout/IconCircleLabelList"/>
    <dgm:cxn modelId="{89C5217E-345D-4236-A7ED-5D6086A54E4B}" type="presParOf" srcId="{74299673-3365-4D86-A87F-0414A44716DC}" destId="{98FF58B1-08B6-4F36-BD23-527CC01B7C72}" srcOrd="1" destOrd="0" presId="urn:microsoft.com/office/officeart/2018/5/layout/IconCircleLabelList"/>
    <dgm:cxn modelId="{CC61BE3C-4A52-4962-9205-A316331723DE}" type="presParOf" srcId="{74299673-3365-4D86-A87F-0414A44716DC}" destId="{2439BFDA-6DDF-434C-8B12-EC256765F27C}" srcOrd="2" destOrd="0" presId="urn:microsoft.com/office/officeart/2018/5/layout/IconCircleLabelList"/>
    <dgm:cxn modelId="{5CBD5781-A534-406D-A066-9955FB91AA01}" type="presParOf" srcId="{74299673-3365-4D86-A87F-0414A44716DC}" destId="{A14589DA-0C8C-4F15-9AC9-626C63762E13}" srcOrd="3" destOrd="0" presId="urn:microsoft.com/office/officeart/2018/5/layout/IconCircleLabelList"/>
    <dgm:cxn modelId="{463697CE-943B-4B41-9542-6F964F00AC0B}" type="presParOf" srcId="{7D4E6193-A1AD-4266-9B3A-CD1EE3BE164F}" destId="{65E29186-3C04-4F60-AC14-601324E76E82}" srcOrd="3" destOrd="0" presId="urn:microsoft.com/office/officeart/2018/5/layout/IconCircleLabelList"/>
    <dgm:cxn modelId="{8394B5E3-E649-4BF2-8FF9-9E40F9F24B50}" type="presParOf" srcId="{7D4E6193-A1AD-4266-9B3A-CD1EE3BE164F}" destId="{4B8E4B8E-9990-4A25-A036-2AF2D58F6F73}" srcOrd="4" destOrd="0" presId="urn:microsoft.com/office/officeart/2018/5/layout/IconCircleLabelList"/>
    <dgm:cxn modelId="{31BE6E6E-2D29-490A-829E-F6655BAE58DC}" type="presParOf" srcId="{4B8E4B8E-9990-4A25-A036-2AF2D58F6F73}" destId="{5864CB79-2008-46CE-9660-47E2B6AA03BE}" srcOrd="0" destOrd="0" presId="urn:microsoft.com/office/officeart/2018/5/layout/IconCircleLabelList"/>
    <dgm:cxn modelId="{8BC32DFB-C9CA-4AA1-98D7-123F96D5228B}" type="presParOf" srcId="{4B8E4B8E-9990-4A25-A036-2AF2D58F6F73}" destId="{AE0230D3-35E4-4555-B86C-87135BFE2DCF}" srcOrd="1" destOrd="0" presId="urn:microsoft.com/office/officeart/2018/5/layout/IconCircleLabelList"/>
    <dgm:cxn modelId="{0B1D53A8-4DF3-4F5A-897B-5F72C7390786}" type="presParOf" srcId="{4B8E4B8E-9990-4A25-A036-2AF2D58F6F73}" destId="{64A95183-B21E-4F50-8EB4-8D836172E7BB}" srcOrd="2" destOrd="0" presId="urn:microsoft.com/office/officeart/2018/5/layout/IconCircleLabelList"/>
    <dgm:cxn modelId="{2D51FB6F-5EB5-4F26-B0F9-E4509BF36CB4}" type="presParOf" srcId="{4B8E4B8E-9990-4A25-A036-2AF2D58F6F73}" destId="{DB49F0B6-D9C5-4E33-A781-675A9608A54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95FCCB-CE81-4763-B003-38F38944354D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FC2E679-7D59-41F2-AA29-90E6F838688B}">
      <dgm:prSet/>
      <dgm:spPr/>
      <dgm:t>
        <a:bodyPr/>
        <a:lstStyle/>
        <a:p>
          <a:r>
            <a:rPr lang="es-MX" dirty="0"/>
            <a:t>Autenticación JWT</a:t>
          </a:r>
          <a:endParaRPr lang="en-US" dirty="0"/>
        </a:p>
      </dgm:t>
    </dgm:pt>
    <dgm:pt modelId="{E3AC1245-EE79-4127-B089-32852356902B}" type="parTrans" cxnId="{5A88035D-F870-45B6-B30A-9EDCF47608D2}">
      <dgm:prSet/>
      <dgm:spPr/>
      <dgm:t>
        <a:bodyPr/>
        <a:lstStyle/>
        <a:p>
          <a:endParaRPr lang="en-US"/>
        </a:p>
      </dgm:t>
    </dgm:pt>
    <dgm:pt modelId="{29531F3A-A2A5-4282-B981-A636E430D87F}" type="sibTrans" cxnId="{5A88035D-F870-45B6-B30A-9EDCF47608D2}">
      <dgm:prSet/>
      <dgm:spPr/>
      <dgm:t>
        <a:bodyPr/>
        <a:lstStyle/>
        <a:p>
          <a:endParaRPr lang="en-US"/>
        </a:p>
      </dgm:t>
    </dgm:pt>
    <dgm:pt modelId="{40305A47-D212-406D-88C6-21952F5C70D2}">
      <dgm:prSet/>
      <dgm:spPr/>
      <dgm:t>
        <a:bodyPr/>
        <a:lstStyle/>
        <a:p>
          <a:r>
            <a:rPr lang="es-MX"/>
            <a:t>Manejo de errores con respuestas HTTP claras</a:t>
          </a:r>
          <a:endParaRPr lang="en-US"/>
        </a:p>
      </dgm:t>
    </dgm:pt>
    <dgm:pt modelId="{83FFDA7F-1AA7-4EF5-97A3-62F683B49A99}" type="parTrans" cxnId="{EB43062A-ADAF-454A-9AC3-FF5066BCB40D}">
      <dgm:prSet/>
      <dgm:spPr/>
      <dgm:t>
        <a:bodyPr/>
        <a:lstStyle/>
        <a:p>
          <a:endParaRPr lang="en-US"/>
        </a:p>
      </dgm:t>
    </dgm:pt>
    <dgm:pt modelId="{4460A390-2023-4373-AE62-5B7A69F2839B}" type="sibTrans" cxnId="{EB43062A-ADAF-454A-9AC3-FF5066BCB40D}">
      <dgm:prSet/>
      <dgm:spPr/>
      <dgm:t>
        <a:bodyPr/>
        <a:lstStyle/>
        <a:p>
          <a:endParaRPr lang="en-US"/>
        </a:p>
      </dgm:t>
    </dgm:pt>
    <dgm:pt modelId="{76720CDA-A4B8-46E9-98E0-31741B9D683B}">
      <dgm:prSet/>
      <dgm:spPr/>
      <dgm:t>
        <a:bodyPr/>
        <a:lstStyle/>
        <a:p>
          <a:r>
            <a:rPr lang="es-MX"/>
            <a:t>Validación de datos con anotaciones</a:t>
          </a:r>
          <a:endParaRPr lang="en-US" dirty="0"/>
        </a:p>
      </dgm:t>
    </dgm:pt>
    <dgm:pt modelId="{3CA5ACB7-6369-4268-B48B-E5F4396BBFAE}" type="parTrans" cxnId="{3740FA97-5AD4-4B9F-8C38-7BBE52AF05F2}">
      <dgm:prSet/>
      <dgm:spPr/>
      <dgm:t>
        <a:bodyPr/>
        <a:lstStyle/>
        <a:p>
          <a:endParaRPr lang="es-419"/>
        </a:p>
      </dgm:t>
    </dgm:pt>
    <dgm:pt modelId="{34017EF2-BDCF-4F92-A194-D18CF43ECC8A}" type="sibTrans" cxnId="{3740FA97-5AD4-4B9F-8C38-7BBE52AF05F2}">
      <dgm:prSet/>
      <dgm:spPr/>
      <dgm:t>
        <a:bodyPr/>
        <a:lstStyle/>
        <a:p>
          <a:endParaRPr lang="es-419"/>
        </a:p>
      </dgm:t>
    </dgm:pt>
    <dgm:pt modelId="{50E9799D-F8CA-4759-B474-41EDDAE4486C}" type="pres">
      <dgm:prSet presAssocID="{B895FCCB-CE81-4763-B003-38F38944354D}" presName="outerComposite" presStyleCnt="0">
        <dgm:presLayoutVars>
          <dgm:chMax val="5"/>
          <dgm:dir/>
          <dgm:resizeHandles val="exact"/>
        </dgm:presLayoutVars>
      </dgm:prSet>
      <dgm:spPr/>
    </dgm:pt>
    <dgm:pt modelId="{FCC3A31D-863B-46BB-BB3F-1D5D91C72AAC}" type="pres">
      <dgm:prSet presAssocID="{B895FCCB-CE81-4763-B003-38F38944354D}" presName="dummyMaxCanvas" presStyleCnt="0">
        <dgm:presLayoutVars/>
      </dgm:prSet>
      <dgm:spPr/>
    </dgm:pt>
    <dgm:pt modelId="{21575020-017A-4638-BB81-BFB73E5F80A8}" type="pres">
      <dgm:prSet presAssocID="{B895FCCB-CE81-4763-B003-38F38944354D}" presName="ThreeNodes_1" presStyleLbl="node1" presStyleIdx="0" presStyleCnt="3">
        <dgm:presLayoutVars>
          <dgm:bulletEnabled val="1"/>
        </dgm:presLayoutVars>
      </dgm:prSet>
      <dgm:spPr/>
    </dgm:pt>
    <dgm:pt modelId="{B73C2DAE-DA83-4242-A61F-E2AA4A379906}" type="pres">
      <dgm:prSet presAssocID="{B895FCCB-CE81-4763-B003-38F38944354D}" presName="ThreeNodes_2" presStyleLbl="node1" presStyleIdx="1" presStyleCnt="3">
        <dgm:presLayoutVars>
          <dgm:bulletEnabled val="1"/>
        </dgm:presLayoutVars>
      </dgm:prSet>
      <dgm:spPr/>
    </dgm:pt>
    <dgm:pt modelId="{7F8C83BB-47F9-4982-A50E-F1A7A7716C57}" type="pres">
      <dgm:prSet presAssocID="{B895FCCB-CE81-4763-B003-38F38944354D}" presName="ThreeNodes_3" presStyleLbl="node1" presStyleIdx="2" presStyleCnt="3">
        <dgm:presLayoutVars>
          <dgm:bulletEnabled val="1"/>
        </dgm:presLayoutVars>
      </dgm:prSet>
      <dgm:spPr/>
    </dgm:pt>
    <dgm:pt modelId="{04E541A9-3525-4BB8-BF49-5750F89BDA22}" type="pres">
      <dgm:prSet presAssocID="{B895FCCB-CE81-4763-B003-38F38944354D}" presName="ThreeConn_1-2" presStyleLbl="fgAccFollowNode1" presStyleIdx="0" presStyleCnt="2">
        <dgm:presLayoutVars>
          <dgm:bulletEnabled val="1"/>
        </dgm:presLayoutVars>
      </dgm:prSet>
      <dgm:spPr/>
    </dgm:pt>
    <dgm:pt modelId="{3A8AA593-D6D6-4435-9A24-47D00DEF7BDA}" type="pres">
      <dgm:prSet presAssocID="{B895FCCB-CE81-4763-B003-38F38944354D}" presName="ThreeConn_2-3" presStyleLbl="fgAccFollowNode1" presStyleIdx="1" presStyleCnt="2">
        <dgm:presLayoutVars>
          <dgm:bulletEnabled val="1"/>
        </dgm:presLayoutVars>
      </dgm:prSet>
      <dgm:spPr/>
    </dgm:pt>
    <dgm:pt modelId="{33A3D1B9-6993-4E98-9EDB-F76120A5B515}" type="pres">
      <dgm:prSet presAssocID="{B895FCCB-CE81-4763-B003-38F38944354D}" presName="ThreeNodes_1_text" presStyleLbl="node1" presStyleIdx="2" presStyleCnt="3">
        <dgm:presLayoutVars>
          <dgm:bulletEnabled val="1"/>
        </dgm:presLayoutVars>
      </dgm:prSet>
      <dgm:spPr/>
    </dgm:pt>
    <dgm:pt modelId="{58D6FBA7-CD32-44F9-A4E3-B2F7362F293B}" type="pres">
      <dgm:prSet presAssocID="{B895FCCB-CE81-4763-B003-38F38944354D}" presName="ThreeNodes_2_text" presStyleLbl="node1" presStyleIdx="2" presStyleCnt="3">
        <dgm:presLayoutVars>
          <dgm:bulletEnabled val="1"/>
        </dgm:presLayoutVars>
      </dgm:prSet>
      <dgm:spPr/>
    </dgm:pt>
    <dgm:pt modelId="{204F249C-090D-426D-85FA-BDADA9C83B4E}" type="pres">
      <dgm:prSet presAssocID="{B895FCCB-CE81-4763-B003-38F38944354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01EF819-4F41-4C99-85DA-1A964273A0D2}" type="presOf" srcId="{40305A47-D212-406D-88C6-21952F5C70D2}" destId="{7F8C83BB-47F9-4982-A50E-F1A7A7716C57}" srcOrd="0" destOrd="0" presId="urn:microsoft.com/office/officeart/2005/8/layout/vProcess5"/>
    <dgm:cxn modelId="{EB43062A-ADAF-454A-9AC3-FF5066BCB40D}" srcId="{B895FCCB-CE81-4763-B003-38F38944354D}" destId="{40305A47-D212-406D-88C6-21952F5C70D2}" srcOrd="2" destOrd="0" parTransId="{83FFDA7F-1AA7-4EF5-97A3-62F683B49A99}" sibTransId="{4460A390-2023-4373-AE62-5B7A69F2839B}"/>
    <dgm:cxn modelId="{5A88035D-F870-45B6-B30A-9EDCF47608D2}" srcId="{B895FCCB-CE81-4763-B003-38F38944354D}" destId="{CFC2E679-7D59-41F2-AA29-90E6F838688B}" srcOrd="0" destOrd="0" parTransId="{E3AC1245-EE79-4127-B089-32852356902B}" sibTransId="{29531F3A-A2A5-4282-B981-A636E430D87F}"/>
    <dgm:cxn modelId="{47AB0A48-ABB0-4F5C-A704-36D2569535FA}" type="presOf" srcId="{29531F3A-A2A5-4282-B981-A636E430D87F}" destId="{04E541A9-3525-4BB8-BF49-5750F89BDA22}" srcOrd="0" destOrd="0" presId="urn:microsoft.com/office/officeart/2005/8/layout/vProcess5"/>
    <dgm:cxn modelId="{3740FA97-5AD4-4B9F-8C38-7BBE52AF05F2}" srcId="{B895FCCB-CE81-4763-B003-38F38944354D}" destId="{76720CDA-A4B8-46E9-98E0-31741B9D683B}" srcOrd="1" destOrd="0" parTransId="{3CA5ACB7-6369-4268-B48B-E5F4396BBFAE}" sibTransId="{34017EF2-BDCF-4F92-A194-D18CF43ECC8A}"/>
    <dgm:cxn modelId="{57DCA49B-FE62-4520-8251-3D81A0BFAE7B}" type="presOf" srcId="{76720CDA-A4B8-46E9-98E0-31741B9D683B}" destId="{B73C2DAE-DA83-4242-A61F-E2AA4A379906}" srcOrd="0" destOrd="0" presId="urn:microsoft.com/office/officeart/2005/8/layout/vProcess5"/>
    <dgm:cxn modelId="{AB4933A3-F00A-4815-9882-BA42702A177D}" type="presOf" srcId="{40305A47-D212-406D-88C6-21952F5C70D2}" destId="{204F249C-090D-426D-85FA-BDADA9C83B4E}" srcOrd="1" destOrd="0" presId="urn:microsoft.com/office/officeart/2005/8/layout/vProcess5"/>
    <dgm:cxn modelId="{160A51B3-3AD1-4961-95DC-022A3928C6F4}" type="presOf" srcId="{CFC2E679-7D59-41F2-AA29-90E6F838688B}" destId="{33A3D1B9-6993-4E98-9EDB-F76120A5B515}" srcOrd="1" destOrd="0" presId="urn:microsoft.com/office/officeart/2005/8/layout/vProcess5"/>
    <dgm:cxn modelId="{1295DBBC-CF36-40D4-985B-FB13A0006FB4}" type="presOf" srcId="{CFC2E679-7D59-41F2-AA29-90E6F838688B}" destId="{21575020-017A-4638-BB81-BFB73E5F80A8}" srcOrd="0" destOrd="0" presId="urn:microsoft.com/office/officeart/2005/8/layout/vProcess5"/>
    <dgm:cxn modelId="{21B102D9-6404-46CC-9060-782DEF06FEBA}" type="presOf" srcId="{76720CDA-A4B8-46E9-98E0-31741B9D683B}" destId="{58D6FBA7-CD32-44F9-A4E3-B2F7362F293B}" srcOrd="1" destOrd="0" presId="urn:microsoft.com/office/officeart/2005/8/layout/vProcess5"/>
    <dgm:cxn modelId="{9A9A1CDF-7AB2-4FE5-8285-893E12192215}" type="presOf" srcId="{B895FCCB-CE81-4763-B003-38F38944354D}" destId="{50E9799D-F8CA-4759-B474-41EDDAE4486C}" srcOrd="0" destOrd="0" presId="urn:microsoft.com/office/officeart/2005/8/layout/vProcess5"/>
    <dgm:cxn modelId="{0F5465E6-6206-4974-BFAF-D265E112F4FC}" type="presOf" srcId="{34017EF2-BDCF-4F92-A194-D18CF43ECC8A}" destId="{3A8AA593-D6D6-4435-9A24-47D00DEF7BDA}" srcOrd="0" destOrd="0" presId="urn:microsoft.com/office/officeart/2005/8/layout/vProcess5"/>
    <dgm:cxn modelId="{D2937F59-668C-449F-920D-B84C82769064}" type="presParOf" srcId="{50E9799D-F8CA-4759-B474-41EDDAE4486C}" destId="{FCC3A31D-863B-46BB-BB3F-1D5D91C72AAC}" srcOrd="0" destOrd="0" presId="urn:microsoft.com/office/officeart/2005/8/layout/vProcess5"/>
    <dgm:cxn modelId="{0BCC0995-901A-4A4D-A35C-D7DFE463F921}" type="presParOf" srcId="{50E9799D-F8CA-4759-B474-41EDDAE4486C}" destId="{21575020-017A-4638-BB81-BFB73E5F80A8}" srcOrd="1" destOrd="0" presId="urn:microsoft.com/office/officeart/2005/8/layout/vProcess5"/>
    <dgm:cxn modelId="{10A39343-DB65-4E59-9FA2-4A2E4A5EE721}" type="presParOf" srcId="{50E9799D-F8CA-4759-B474-41EDDAE4486C}" destId="{B73C2DAE-DA83-4242-A61F-E2AA4A379906}" srcOrd="2" destOrd="0" presId="urn:microsoft.com/office/officeart/2005/8/layout/vProcess5"/>
    <dgm:cxn modelId="{45ED4674-A76E-4752-9BBE-C71723A40B8C}" type="presParOf" srcId="{50E9799D-F8CA-4759-B474-41EDDAE4486C}" destId="{7F8C83BB-47F9-4982-A50E-F1A7A7716C57}" srcOrd="3" destOrd="0" presId="urn:microsoft.com/office/officeart/2005/8/layout/vProcess5"/>
    <dgm:cxn modelId="{C63926D4-C4DF-48AB-BBBA-80C7E318D9BB}" type="presParOf" srcId="{50E9799D-F8CA-4759-B474-41EDDAE4486C}" destId="{04E541A9-3525-4BB8-BF49-5750F89BDA22}" srcOrd="4" destOrd="0" presId="urn:microsoft.com/office/officeart/2005/8/layout/vProcess5"/>
    <dgm:cxn modelId="{D310892A-D8A4-4871-9D09-FA92BB8F20FD}" type="presParOf" srcId="{50E9799D-F8CA-4759-B474-41EDDAE4486C}" destId="{3A8AA593-D6D6-4435-9A24-47D00DEF7BDA}" srcOrd="5" destOrd="0" presId="urn:microsoft.com/office/officeart/2005/8/layout/vProcess5"/>
    <dgm:cxn modelId="{DA6CE8AC-2825-4D67-B45B-2ACE9E067D04}" type="presParOf" srcId="{50E9799D-F8CA-4759-B474-41EDDAE4486C}" destId="{33A3D1B9-6993-4E98-9EDB-F76120A5B515}" srcOrd="6" destOrd="0" presId="urn:microsoft.com/office/officeart/2005/8/layout/vProcess5"/>
    <dgm:cxn modelId="{C7805282-79E4-43AD-97CA-2EC03765802E}" type="presParOf" srcId="{50E9799D-F8CA-4759-B474-41EDDAE4486C}" destId="{58D6FBA7-CD32-44F9-A4E3-B2F7362F293B}" srcOrd="7" destOrd="0" presId="urn:microsoft.com/office/officeart/2005/8/layout/vProcess5"/>
    <dgm:cxn modelId="{CFC58F1B-D1D1-406A-81B5-F9DB86800B5F}" type="presParOf" srcId="{50E9799D-F8CA-4759-B474-41EDDAE4486C}" destId="{204F249C-090D-426D-85FA-BDADA9C83B4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C5E4C4-38B6-4B4F-9426-99920FD66AAF}" type="doc">
      <dgm:prSet loTypeId="urn:microsoft.com/office/officeart/2005/8/layout/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649E6A9-5156-46AC-AD0D-6904479A58A7}">
      <dgm:prSet/>
      <dgm:spPr/>
      <dgm:t>
        <a:bodyPr/>
        <a:lstStyle/>
        <a:p>
          <a:r>
            <a:rPr lang="es-MX" b="1" dirty="0"/>
            <a:t>Objetivos logrados:</a:t>
          </a:r>
          <a:endParaRPr lang="en-US" b="1" dirty="0"/>
        </a:p>
      </dgm:t>
    </dgm:pt>
    <dgm:pt modelId="{6FA321CA-AFCA-423B-BCBF-A4DFE5446440}" type="parTrans" cxnId="{5D363893-4164-45A1-8FB6-88C97B1B0A76}">
      <dgm:prSet/>
      <dgm:spPr/>
      <dgm:t>
        <a:bodyPr/>
        <a:lstStyle/>
        <a:p>
          <a:endParaRPr lang="en-US"/>
        </a:p>
      </dgm:t>
    </dgm:pt>
    <dgm:pt modelId="{79DB31A9-5EDA-4570-A7D6-A507C8C738CD}" type="sibTrans" cxnId="{5D363893-4164-45A1-8FB6-88C97B1B0A76}">
      <dgm:prSet/>
      <dgm:spPr/>
      <dgm:t>
        <a:bodyPr/>
        <a:lstStyle/>
        <a:p>
          <a:endParaRPr lang="en-US"/>
        </a:p>
      </dgm:t>
    </dgm:pt>
    <dgm:pt modelId="{4AA38ECC-FE1B-42BE-8625-E172349D34F9}">
      <dgm:prSet/>
      <dgm:spPr/>
      <dgm:t>
        <a:bodyPr/>
        <a:lstStyle/>
        <a:p>
          <a:r>
            <a:rPr lang="es-MX"/>
            <a:t>Creación de una API rest modular</a:t>
          </a:r>
          <a:endParaRPr lang="en-US"/>
        </a:p>
      </dgm:t>
    </dgm:pt>
    <dgm:pt modelId="{11875F0E-2DC2-424F-BD84-532480A1DCE5}" type="parTrans" cxnId="{53101A36-0985-4DC2-B39A-76D208D3CF13}">
      <dgm:prSet/>
      <dgm:spPr/>
      <dgm:t>
        <a:bodyPr/>
        <a:lstStyle/>
        <a:p>
          <a:endParaRPr lang="en-US"/>
        </a:p>
      </dgm:t>
    </dgm:pt>
    <dgm:pt modelId="{A7F832B4-F665-4F4E-8F3B-E51358E5312E}" type="sibTrans" cxnId="{53101A36-0985-4DC2-B39A-76D208D3CF13}">
      <dgm:prSet/>
      <dgm:spPr/>
      <dgm:t>
        <a:bodyPr/>
        <a:lstStyle/>
        <a:p>
          <a:endParaRPr lang="en-US"/>
        </a:p>
      </dgm:t>
    </dgm:pt>
    <dgm:pt modelId="{229074C7-6F6F-445C-9322-9C400D48D2E9}">
      <dgm:prSet/>
      <dgm:spPr/>
      <dgm:t>
        <a:bodyPr/>
        <a:lstStyle/>
        <a:p>
          <a:r>
            <a:rPr lang="es-MX"/>
            <a:t>Seguridad básica de Springboot y JWT implementada</a:t>
          </a:r>
          <a:endParaRPr lang="en-US"/>
        </a:p>
      </dgm:t>
    </dgm:pt>
    <dgm:pt modelId="{404089CF-61DA-4AFA-8F78-E2AA00BA4848}" type="parTrans" cxnId="{A4001868-49AB-4827-B341-313B533A7717}">
      <dgm:prSet/>
      <dgm:spPr/>
      <dgm:t>
        <a:bodyPr/>
        <a:lstStyle/>
        <a:p>
          <a:endParaRPr lang="en-US"/>
        </a:p>
      </dgm:t>
    </dgm:pt>
    <dgm:pt modelId="{6700322C-DE84-4652-92F4-803EE8E2474B}" type="sibTrans" cxnId="{A4001868-49AB-4827-B341-313B533A7717}">
      <dgm:prSet/>
      <dgm:spPr/>
      <dgm:t>
        <a:bodyPr/>
        <a:lstStyle/>
        <a:p>
          <a:endParaRPr lang="en-US"/>
        </a:p>
      </dgm:t>
    </dgm:pt>
    <dgm:pt modelId="{4FF00CA8-9369-47F2-9838-667FC101A1AF}">
      <dgm:prSet/>
      <dgm:spPr/>
      <dgm:t>
        <a:bodyPr/>
        <a:lstStyle/>
        <a:p>
          <a:r>
            <a:rPr lang="es-MX" b="1" dirty="0"/>
            <a:t>Dificultades:</a:t>
          </a:r>
          <a:endParaRPr lang="en-US" b="1" dirty="0"/>
        </a:p>
      </dgm:t>
    </dgm:pt>
    <dgm:pt modelId="{BB63FF0F-FB22-47A5-ADC6-CF3462A5AD38}" type="parTrans" cxnId="{26392986-1045-4004-B983-D45A1166EBC9}">
      <dgm:prSet/>
      <dgm:spPr/>
      <dgm:t>
        <a:bodyPr/>
        <a:lstStyle/>
        <a:p>
          <a:endParaRPr lang="en-US"/>
        </a:p>
      </dgm:t>
    </dgm:pt>
    <dgm:pt modelId="{45A3402E-B157-4B15-BE11-F91BCBEFB6F9}" type="sibTrans" cxnId="{26392986-1045-4004-B983-D45A1166EBC9}">
      <dgm:prSet/>
      <dgm:spPr/>
      <dgm:t>
        <a:bodyPr/>
        <a:lstStyle/>
        <a:p>
          <a:endParaRPr lang="en-US"/>
        </a:p>
      </dgm:t>
    </dgm:pt>
    <dgm:pt modelId="{026B019F-BB78-460C-B3EB-0E7F6E5B23C3}">
      <dgm:prSet/>
      <dgm:spPr/>
      <dgm:t>
        <a:bodyPr/>
        <a:lstStyle/>
        <a:p>
          <a:r>
            <a:rPr lang="es-MX"/>
            <a:t>Relaciones entre entidades</a:t>
          </a:r>
          <a:endParaRPr lang="en-US"/>
        </a:p>
      </dgm:t>
    </dgm:pt>
    <dgm:pt modelId="{9D83EB6D-CDE1-45C8-B8E9-7BAF01BF1812}" type="parTrans" cxnId="{5C7F7160-AF53-4D47-9C61-868F22E48BAF}">
      <dgm:prSet/>
      <dgm:spPr/>
      <dgm:t>
        <a:bodyPr/>
        <a:lstStyle/>
        <a:p>
          <a:endParaRPr lang="en-US"/>
        </a:p>
      </dgm:t>
    </dgm:pt>
    <dgm:pt modelId="{222CA27C-F04E-4C2E-A818-C8C8506B90B0}" type="sibTrans" cxnId="{5C7F7160-AF53-4D47-9C61-868F22E48BAF}">
      <dgm:prSet/>
      <dgm:spPr/>
      <dgm:t>
        <a:bodyPr/>
        <a:lstStyle/>
        <a:p>
          <a:endParaRPr lang="en-US"/>
        </a:p>
      </dgm:t>
    </dgm:pt>
    <dgm:pt modelId="{7346FFD4-D8EF-4793-9EAC-92FEC3E38F28}">
      <dgm:prSet/>
      <dgm:spPr/>
      <dgm:t>
        <a:bodyPr/>
        <a:lstStyle/>
        <a:p>
          <a:r>
            <a:rPr lang="es-MX"/>
            <a:t>Validaciones condicionales</a:t>
          </a:r>
          <a:endParaRPr lang="en-US"/>
        </a:p>
      </dgm:t>
    </dgm:pt>
    <dgm:pt modelId="{96B0B81E-3802-4558-BB01-316B729CD814}" type="parTrans" cxnId="{C8877895-A586-41D2-A187-F62F6923D7F4}">
      <dgm:prSet/>
      <dgm:spPr/>
      <dgm:t>
        <a:bodyPr/>
        <a:lstStyle/>
        <a:p>
          <a:endParaRPr lang="en-US"/>
        </a:p>
      </dgm:t>
    </dgm:pt>
    <dgm:pt modelId="{E8D30048-8B59-4B11-B71F-D6E6C26DD65E}" type="sibTrans" cxnId="{C8877895-A586-41D2-A187-F62F6923D7F4}">
      <dgm:prSet/>
      <dgm:spPr/>
      <dgm:t>
        <a:bodyPr/>
        <a:lstStyle/>
        <a:p>
          <a:endParaRPr lang="en-US"/>
        </a:p>
      </dgm:t>
    </dgm:pt>
    <dgm:pt modelId="{A4357117-729F-48E4-BB1A-79233EEBF784}">
      <dgm:prSet/>
      <dgm:spPr/>
      <dgm:t>
        <a:bodyPr/>
        <a:lstStyle/>
        <a:p>
          <a:r>
            <a:rPr lang="es-MX" b="1" dirty="0"/>
            <a:t>Mejoras futuras:</a:t>
          </a:r>
          <a:endParaRPr lang="en-US" b="1" dirty="0"/>
        </a:p>
      </dgm:t>
    </dgm:pt>
    <dgm:pt modelId="{280094C7-47A2-425E-81C4-59A76280697B}" type="parTrans" cxnId="{21D69F01-8538-4474-8EC9-D820518EEF99}">
      <dgm:prSet/>
      <dgm:spPr/>
      <dgm:t>
        <a:bodyPr/>
        <a:lstStyle/>
        <a:p>
          <a:endParaRPr lang="en-US"/>
        </a:p>
      </dgm:t>
    </dgm:pt>
    <dgm:pt modelId="{75F5CDAD-9E97-425E-94FF-F80C6CF738CC}" type="sibTrans" cxnId="{21D69F01-8538-4474-8EC9-D820518EEF99}">
      <dgm:prSet/>
      <dgm:spPr/>
      <dgm:t>
        <a:bodyPr/>
        <a:lstStyle/>
        <a:p>
          <a:endParaRPr lang="en-US"/>
        </a:p>
      </dgm:t>
    </dgm:pt>
    <dgm:pt modelId="{770D1C5A-46EA-4B66-BAE1-3BD2E5824D9E}">
      <dgm:prSet/>
      <dgm:spPr/>
      <dgm:t>
        <a:bodyPr/>
        <a:lstStyle/>
        <a:p>
          <a:r>
            <a:rPr lang="es-MX"/>
            <a:t>Implementación de un FrontEnd </a:t>
          </a:r>
          <a:endParaRPr lang="en-US"/>
        </a:p>
      </dgm:t>
    </dgm:pt>
    <dgm:pt modelId="{2D0D5267-7652-47DB-B003-E666B72999F6}" type="parTrans" cxnId="{790D28C1-F399-40F4-9B13-2C0CA052D2A6}">
      <dgm:prSet/>
      <dgm:spPr/>
      <dgm:t>
        <a:bodyPr/>
        <a:lstStyle/>
        <a:p>
          <a:endParaRPr lang="en-US"/>
        </a:p>
      </dgm:t>
    </dgm:pt>
    <dgm:pt modelId="{76FF9289-AB71-4FE7-A027-4A217D75B1A7}" type="sibTrans" cxnId="{790D28C1-F399-40F4-9B13-2C0CA052D2A6}">
      <dgm:prSet/>
      <dgm:spPr/>
      <dgm:t>
        <a:bodyPr/>
        <a:lstStyle/>
        <a:p>
          <a:endParaRPr lang="en-US"/>
        </a:p>
      </dgm:t>
    </dgm:pt>
    <dgm:pt modelId="{7432FFC3-2109-4042-B1F8-0DEE4FCDF0EA}">
      <dgm:prSet/>
      <dgm:spPr/>
      <dgm:t>
        <a:bodyPr/>
        <a:lstStyle/>
        <a:p>
          <a:r>
            <a:rPr lang="es-MX"/>
            <a:t>Roles avanzados </a:t>
          </a:r>
          <a:endParaRPr lang="en-US"/>
        </a:p>
      </dgm:t>
    </dgm:pt>
    <dgm:pt modelId="{65FEA741-AA52-419F-9654-1C2824DA16E4}" type="parTrans" cxnId="{741DFD0E-EBAC-4AC6-A180-AB48DE5CC709}">
      <dgm:prSet/>
      <dgm:spPr/>
      <dgm:t>
        <a:bodyPr/>
        <a:lstStyle/>
        <a:p>
          <a:endParaRPr lang="en-US"/>
        </a:p>
      </dgm:t>
    </dgm:pt>
    <dgm:pt modelId="{F4ACF53E-D521-47BB-9415-1C5C069A3059}" type="sibTrans" cxnId="{741DFD0E-EBAC-4AC6-A180-AB48DE5CC709}">
      <dgm:prSet/>
      <dgm:spPr/>
      <dgm:t>
        <a:bodyPr/>
        <a:lstStyle/>
        <a:p>
          <a:endParaRPr lang="en-US"/>
        </a:p>
      </dgm:t>
    </dgm:pt>
    <dgm:pt modelId="{418E275D-9476-466B-AD90-FF3F4D20A795}">
      <dgm:prSet/>
      <dgm:spPr/>
      <dgm:t>
        <a:bodyPr/>
        <a:lstStyle/>
        <a:p>
          <a:r>
            <a:rPr lang="es-MX"/>
            <a:t>Auditoría más robusta</a:t>
          </a:r>
          <a:endParaRPr lang="en-US"/>
        </a:p>
      </dgm:t>
    </dgm:pt>
    <dgm:pt modelId="{F609AA71-DE67-4232-BBE8-B60F1B9B9BFB}" type="parTrans" cxnId="{EBFCBB67-DBF6-4DCE-95A3-320E7CC5C7AB}">
      <dgm:prSet/>
      <dgm:spPr/>
      <dgm:t>
        <a:bodyPr/>
        <a:lstStyle/>
        <a:p>
          <a:endParaRPr lang="en-US"/>
        </a:p>
      </dgm:t>
    </dgm:pt>
    <dgm:pt modelId="{07BD53E3-27A6-4EF0-AA26-B91BCA8F15CC}" type="sibTrans" cxnId="{EBFCBB67-DBF6-4DCE-95A3-320E7CC5C7AB}">
      <dgm:prSet/>
      <dgm:spPr/>
      <dgm:t>
        <a:bodyPr/>
        <a:lstStyle/>
        <a:p>
          <a:endParaRPr lang="en-US"/>
        </a:p>
      </dgm:t>
    </dgm:pt>
    <dgm:pt modelId="{B89E196F-4B5F-474C-BD43-B8E720CCC0B6}" type="pres">
      <dgm:prSet presAssocID="{E9C5E4C4-38B6-4B4F-9426-99920FD66AAF}" presName="diagram" presStyleCnt="0">
        <dgm:presLayoutVars>
          <dgm:dir/>
          <dgm:resizeHandles val="exact"/>
        </dgm:presLayoutVars>
      </dgm:prSet>
      <dgm:spPr/>
    </dgm:pt>
    <dgm:pt modelId="{3678F596-9540-47E9-BB9E-117F10A654C2}" type="pres">
      <dgm:prSet presAssocID="{E649E6A9-5156-46AC-AD0D-6904479A58A7}" presName="node" presStyleLbl="node1" presStyleIdx="0" presStyleCnt="10">
        <dgm:presLayoutVars>
          <dgm:bulletEnabled val="1"/>
        </dgm:presLayoutVars>
      </dgm:prSet>
      <dgm:spPr/>
    </dgm:pt>
    <dgm:pt modelId="{794815FD-73EA-4EB7-8E12-B2DC6AE12A29}" type="pres">
      <dgm:prSet presAssocID="{79DB31A9-5EDA-4570-A7D6-A507C8C738CD}" presName="sibTrans" presStyleLbl="sibTrans2D1" presStyleIdx="0" presStyleCnt="9"/>
      <dgm:spPr/>
    </dgm:pt>
    <dgm:pt modelId="{AE776683-1BA2-4585-864B-486CA09E3B4D}" type="pres">
      <dgm:prSet presAssocID="{79DB31A9-5EDA-4570-A7D6-A507C8C738CD}" presName="connectorText" presStyleLbl="sibTrans2D1" presStyleIdx="0" presStyleCnt="9"/>
      <dgm:spPr/>
    </dgm:pt>
    <dgm:pt modelId="{D6B9A1A2-AC6A-4E08-83BC-5BF32C67B9B6}" type="pres">
      <dgm:prSet presAssocID="{4AA38ECC-FE1B-42BE-8625-E172349D34F9}" presName="node" presStyleLbl="node1" presStyleIdx="1" presStyleCnt="10">
        <dgm:presLayoutVars>
          <dgm:bulletEnabled val="1"/>
        </dgm:presLayoutVars>
      </dgm:prSet>
      <dgm:spPr/>
    </dgm:pt>
    <dgm:pt modelId="{00B98943-3D68-47E9-99CE-B14382D5F93C}" type="pres">
      <dgm:prSet presAssocID="{A7F832B4-F665-4F4E-8F3B-E51358E5312E}" presName="sibTrans" presStyleLbl="sibTrans2D1" presStyleIdx="1" presStyleCnt="9"/>
      <dgm:spPr/>
    </dgm:pt>
    <dgm:pt modelId="{0C0F925C-DAFF-447C-82A9-44C6ECA3CC31}" type="pres">
      <dgm:prSet presAssocID="{A7F832B4-F665-4F4E-8F3B-E51358E5312E}" presName="connectorText" presStyleLbl="sibTrans2D1" presStyleIdx="1" presStyleCnt="9"/>
      <dgm:spPr/>
    </dgm:pt>
    <dgm:pt modelId="{C774225A-5A2A-4927-AE9A-FCCF6424248A}" type="pres">
      <dgm:prSet presAssocID="{229074C7-6F6F-445C-9322-9C400D48D2E9}" presName="node" presStyleLbl="node1" presStyleIdx="2" presStyleCnt="10">
        <dgm:presLayoutVars>
          <dgm:bulletEnabled val="1"/>
        </dgm:presLayoutVars>
      </dgm:prSet>
      <dgm:spPr/>
    </dgm:pt>
    <dgm:pt modelId="{68B37C64-6B95-43C6-BFC6-12C6EE6558EB}" type="pres">
      <dgm:prSet presAssocID="{6700322C-DE84-4652-92F4-803EE8E2474B}" presName="sibTrans" presStyleLbl="sibTrans2D1" presStyleIdx="2" presStyleCnt="9"/>
      <dgm:spPr/>
    </dgm:pt>
    <dgm:pt modelId="{C6EB053B-C05E-4754-924C-C4C5256BB80E}" type="pres">
      <dgm:prSet presAssocID="{6700322C-DE84-4652-92F4-803EE8E2474B}" presName="connectorText" presStyleLbl="sibTrans2D1" presStyleIdx="2" presStyleCnt="9"/>
      <dgm:spPr/>
    </dgm:pt>
    <dgm:pt modelId="{D7A16838-00F4-4D8F-8528-A2672F6E8FF8}" type="pres">
      <dgm:prSet presAssocID="{4FF00CA8-9369-47F2-9838-667FC101A1AF}" presName="node" presStyleLbl="node1" presStyleIdx="3" presStyleCnt="10">
        <dgm:presLayoutVars>
          <dgm:bulletEnabled val="1"/>
        </dgm:presLayoutVars>
      </dgm:prSet>
      <dgm:spPr/>
    </dgm:pt>
    <dgm:pt modelId="{BFFE1493-C33F-4B28-984E-8A1D1AC3ED2C}" type="pres">
      <dgm:prSet presAssocID="{45A3402E-B157-4B15-BE11-F91BCBEFB6F9}" presName="sibTrans" presStyleLbl="sibTrans2D1" presStyleIdx="3" presStyleCnt="9"/>
      <dgm:spPr/>
    </dgm:pt>
    <dgm:pt modelId="{F127156A-DD22-4F70-862A-0E0D9136FDF6}" type="pres">
      <dgm:prSet presAssocID="{45A3402E-B157-4B15-BE11-F91BCBEFB6F9}" presName="connectorText" presStyleLbl="sibTrans2D1" presStyleIdx="3" presStyleCnt="9"/>
      <dgm:spPr/>
    </dgm:pt>
    <dgm:pt modelId="{A46EB190-B185-4954-B4A8-CCC5838BBBA7}" type="pres">
      <dgm:prSet presAssocID="{026B019F-BB78-460C-B3EB-0E7F6E5B23C3}" presName="node" presStyleLbl="node1" presStyleIdx="4" presStyleCnt="10">
        <dgm:presLayoutVars>
          <dgm:bulletEnabled val="1"/>
        </dgm:presLayoutVars>
      </dgm:prSet>
      <dgm:spPr/>
    </dgm:pt>
    <dgm:pt modelId="{286E38E7-6B98-48B4-B855-9A80CA4F0A9D}" type="pres">
      <dgm:prSet presAssocID="{222CA27C-F04E-4C2E-A818-C8C8506B90B0}" presName="sibTrans" presStyleLbl="sibTrans2D1" presStyleIdx="4" presStyleCnt="9"/>
      <dgm:spPr/>
    </dgm:pt>
    <dgm:pt modelId="{8251E3A4-6447-4EBA-A95E-6F38CE7AF50A}" type="pres">
      <dgm:prSet presAssocID="{222CA27C-F04E-4C2E-A818-C8C8506B90B0}" presName="connectorText" presStyleLbl="sibTrans2D1" presStyleIdx="4" presStyleCnt="9"/>
      <dgm:spPr/>
    </dgm:pt>
    <dgm:pt modelId="{82CFDE82-0341-4C8B-BF5C-D76C3B0C1E62}" type="pres">
      <dgm:prSet presAssocID="{7346FFD4-D8EF-4793-9EAC-92FEC3E38F28}" presName="node" presStyleLbl="node1" presStyleIdx="5" presStyleCnt="10">
        <dgm:presLayoutVars>
          <dgm:bulletEnabled val="1"/>
        </dgm:presLayoutVars>
      </dgm:prSet>
      <dgm:spPr/>
    </dgm:pt>
    <dgm:pt modelId="{3B676D19-42F8-440B-88A4-CA67BD74DC21}" type="pres">
      <dgm:prSet presAssocID="{E8D30048-8B59-4B11-B71F-D6E6C26DD65E}" presName="sibTrans" presStyleLbl="sibTrans2D1" presStyleIdx="5" presStyleCnt="9"/>
      <dgm:spPr/>
    </dgm:pt>
    <dgm:pt modelId="{2ED418F9-2DE1-47E1-A5ED-836B72A1DB54}" type="pres">
      <dgm:prSet presAssocID="{E8D30048-8B59-4B11-B71F-D6E6C26DD65E}" presName="connectorText" presStyleLbl="sibTrans2D1" presStyleIdx="5" presStyleCnt="9"/>
      <dgm:spPr/>
    </dgm:pt>
    <dgm:pt modelId="{D075B621-5CB3-4EE5-8ECC-A175D031EC73}" type="pres">
      <dgm:prSet presAssocID="{A4357117-729F-48E4-BB1A-79233EEBF784}" presName="node" presStyleLbl="node1" presStyleIdx="6" presStyleCnt="10">
        <dgm:presLayoutVars>
          <dgm:bulletEnabled val="1"/>
        </dgm:presLayoutVars>
      </dgm:prSet>
      <dgm:spPr/>
    </dgm:pt>
    <dgm:pt modelId="{D0ABC946-0E87-47FD-B31A-819D0ABD3F5C}" type="pres">
      <dgm:prSet presAssocID="{75F5CDAD-9E97-425E-94FF-F80C6CF738CC}" presName="sibTrans" presStyleLbl="sibTrans2D1" presStyleIdx="6" presStyleCnt="9"/>
      <dgm:spPr/>
    </dgm:pt>
    <dgm:pt modelId="{5BAB6CBA-8F88-4178-9EAA-AE004B725054}" type="pres">
      <dgm:prSet presAssocID="{75F5CDAD-9E97-425E-94FF-F80C6CF738CC}" presName="connectorText" presStyleLbl="sibTrans2D1" presStyleIdx="6" presStyleCnt="9"/>
      <dgm:spPr/>
    </dgm:pt>
    <dgm:pt modelId="{6D93CFF7-2D1B-4672-B904-435646B98DB2}" type="pres">
      <dgm:prSet presAssocID="{770D1C5A-46EA-4B66-BAE1-3BD2E5824D9E}" presName="node" presStyleLbl="node1" presStyleIdx="7" presStyleCnt="10">
        <dgm:presLayoutVars>
          <dgm:bulletEnabled val="1"/>
        </dgm:presLayoutVars>
      </dgm:prSet>
      <dgm:spPr/>
    </dgm:pt>
    <dgm:pt modelId="{0DAA4084-7959-4FD0-8766-14A3FBFF4645}" type="pres">
      <dgm:prSet presAssocID="{76FF9289-AB71-4FE7-A027-4A217D75B1A7}" presName="sibTrans" presStyleLbl="sibTrans2D1" presStyleIdx="7" presStyleCnt="9"/>
      <dgm:spPr/>
    </dgm:pt>
    <dgm:pt modelId="{AD87EDE9-202B-44A1-A4C1-49077BA1F2D7}" type="pres">
      <dgm:prSet presAssocID="{76FF9289-AB71-4FE7-A027-4A217D75B1A7}" presName="connectorText" presStyleLbl="sibTrans2D1" presStyleIdx="7" presStyleCnt="9"/>
      <dgm:spPr/>
    </dgm:pt>
    <dgm:pt modelId="{16478756-1037-4DCB-B669-1AC7A5623738}" type="pres">
      <dgm:prSet presAssocID="{7432FFC3-2109-4042-B1F8-0DEE4FCDF0EA}" presName="node" presStyleLbl="node1" presStyleIdx="8" presStyleCnt="10">
        <dgm:presLayoutVars>
          <dgm:bulletEnabled val="1"/>
        </dgm:presLayoutVars>
      </dgm:prSet>
      <dgm:spPr/>
    </dgm:pt>
    <dgm:pt modelId="{F1C4DAE8-EB0E-4503-AFF6-B12EF10DF21A}" type="pres">
      <dgm:prSet presAssocID="{F4ACF53E-D521-47BB-9415-1C5C069A3059}" presName="sibTrans" presStyleLbl="sibTrans2D1" presStyleIdx="8" presStyleCnt="9"/>
      <dgm:spPr/>
    </dgm:pt>
    <dgm:pt modelId="{D45AF551-FAA8-4C0D-8D03-1EEBFBBBD208}" type="pres">
      <dgm:prSet presAssocID="{F4ACF53E-D521-47BB-9415-1C5C069A3059}" presName="connectorText" presStyleLbl="sibTrans2D1" presStyleIdx="8" presStyleCnt="9"/>
      <dgm:spPr/>
    </dgm:pt>
    <dgm:pt modelId="{4458AC7B-E18B-4CA2-8336-D957EAE30844}" type="pres">
      <dgm:prSet presAssocID="{418E275D-9476-466B-AD90-FF3F4D20A795}" presName="node" presStyleLbl="node1" presStyleIdx="9" presStyleCnt="10">
        <dgm:presLayoutVars>
          <dgm:bulletEnabled val="1"/>
        </dgm:presLayoutVars>
      </dgm:prSet>
      <dgm:spPr/>
    </dgm:pt>
  </dgm:ptLst>
  <dgm:cxnLst>
    <dgm:cxn modelId="{21D69F01-8538-4474-8EC9-D820518EEF99}" srcId="{E9C5E4C4-38B6-4B4F-9426-99920FD66AAF}" destId="{A4357117-729F-48E4-BB1A-79233EEBF784}" srcOrd="6" destOrd="0" parTransId="{280094C7-47A2-425E-81C4-59A76280697B}" sibTransId="{75F5CDAD-9E97-425E-94FF-F80C6CF738CC}"/>
    <dgm:cxn modelId="{E3620605-C01D-4DF6-8840-402E92D24DD5}" type="presOf" srcId="{7432FFC3-2109-4042-B1F8-0DEE4FCDF0EA}" destId="{16478756-1037-4DCB-B669-1AC7A5623738}" srcOrd="0" destOrd="0" presId="urn:microsoft.com/office/officeart/2005/8/layout/process5"/>
    <dgm:cxn modelId="{A296080B-A109-4B41-BAF1-E0F62D914264}" type="presOf" srcId="{75F5CDAD-9E97-425E-94FF-F80C6CF738CC}" destId="{D0ABC946-0E87-47FD-B31A-819D0ABD3F5C}" srcOrd="0" destOrd="0" presId="urn:microsoft.com/office/officeart/2005/8/layout/process5"/>
    <dgm:cxn modelId="{741DFD0E-EBAC-4AC6-A180-AB48DE5CC709}" srcId="{E9C5E4C4-38B6-4B4F-9426-99920FD66AAF}" destId="{7432FFC3-2109-4042-B1F8-0DEE4FCDF0EA}" srcOrd="8" destOrd="0" parTransId="{65FEA741-AA52-419F-9654-1C2824DA16E4}" sibTransId="{F4ACF53E-D521-47BB-9415-1C5C069A3059}"/>
    <dgm:cxn modelId="{1EF14C19-7D3B-4160-B47D-01440165FB77}" type="presOf" srcId="{79DB31A9-5EDA-4570-A7D6-A507C8C738CD}" destId="{AE776683-1BA2-4585-864B-486CA09E3B4D}" srcOrd="1" destOrd="0" presId="urn:microsoft.com/office/officeart/2005/8/layout/process5"/>
    <dgm:cxn modelId="{A213F933-84CF-46E9-BA74-4B171825F173}" type="presOf" srcId="{E9C5E4C4-38B6-4B4F-9426-99920FD66AAF}" destId="{B89E196F-4B5F-474C-BD43-B8E720CCC0B6}" srcOrd="0" destOrd="0" presId="urn:microsoft.com/office/officeart/2005/8/layout/process5"/>
    <dgm:cxn modelId="{53101A36-0985-4DC2-B39A-76D208D3CF13}" srcId="{E9C5E4C4-38B6-4B4F-9426-99920FD66AAF}" destId="{4AA38ECC-FE1B-42BE-8625-E172349D34F9}" srcOrd="1" destOrd="0" parTransId="{11875F0E-2DC2-424F-BD84-532480A1DCE5}" sibTransId="{A7F832B4-F665-4F4E-8F3B-E51358E5312E}"/>
    <dgm:cxn modelId="{5C7F7160-AF53-4D47-9C61-868F22E48BAF}" srcId="{E9C5E4C4-38B6-4B4F-9426-99920FD66AAF}" destId="{026B019F-BB78-460C-B3EB-0E7F6E5B23C3}" srcOrd="4" destOrd="0" parTransId="{9D83EB6D-CDE1-45C8-B8E9-7BAF01BF1812}" sibTransId="{222CA27C-F04E-4C2E-A818-C8C8506B90B0}"/>
    <dgm:cxn modelId="{978B2F63-757C-4A5B-A19E-7ADB3C8D529C}" type="presOf" srcId="{79DB31A9-5EDA-4570-A7D6-A507C8C738CD}" destId="{794815FD-73EA-4EB7-8E12-B2DC6AE12A29}" srcOrd="0" destOrd="0" presId="urn:microsoft.com/office/officeart/2005/8/layout/process5"/>
    <dgm:cxn modelId="{BC222964-83D2-4C4B-A4D5-F95D9D8EB363}" type="presOf" srcId="{026B019F-BB78-460C-B3EB-0E7F6E5B23C3}" destId="{A46EB190-B185-4954-B4A8-CCC5838BBBA7}" srcOrd="0" destOrd="0" presId="urn:microsoft.com/office/officeart/2005/8/layout/process5"/>
    <dgm:cxn modelId="{EBFCBB67-DBF6-4DCE-95A3-320E7CC5C7AB}" srcId="{E9C5E4C4-38B6-4B4F-9426-99920FD66AAF}" destId="{418E275D-9476-466B-AD90-FF3F4D20A795}" srcOrd="9" destOrd="0" parTransId="{F609AA71-DE67-4232-BBE8-B60F1B9B9BFB}" sibTransId="{07BD53E3-27A6-4EF0-AA26-B91BCA8F15CC}"/>
    <dgm:cxn modelId="{A4001868-49AB-4827-B341-313B533A7717}" srcId="{E9C5E4C4-38B6-4B4F-9426-99920FD66AAF}" destId="{229074C7-6F6F-445C-9322-9C400D48D2E9}" srcOrd="2" destOrd="0" parTransId="{404089CF-61DA-4AFA-8F78-E2AA00BA4848}" sibTransId="{6700322C-DE84-4652-92F4-803EE8E2474B}"/>
    <dgm:cxn modelId="{3B05CD48-3FD0-4C43-99B9-827982EF2355}" type="presOf" srcId="{45A3402E-B157-4B15-BE11-F91BCBEFB6F9}" destId="{BFFE1493-C33F-4B28-984E-8A1D1AC3ED2C}" srcOrd="0" destOrd="0" presId="urn:microsoft.com/office/officeart/2005/8/layout/process5"/>
    <dgm:cxn modelId="{D8F0204E-6585-4D00-8AA1-9DA2A467B3E2}" type="presOf" srcId="{A4357117-729F-48E4-BB1A-79233EEBF784}" destId="{D075B621-5CB3-4EE5-8ECC-A175D031EC73}" srcOrd="0" destOrd="0" presId="urn:microsoft.com/office/officeart/2005/8/layout/process5"/>
    <dgm:cxn modelId="{772BC26E-B786-438E-8840-5DE8C7CC7F00}" type="presOf" srcId="{6700322C-DE84-4652-92F4-803EE8E2474B}" destId="{C6EB053B-C05E-4754-924C-C4C5256BB80E}" srcOrd="1" destOrd="0" presId="urn:microsoft.com/office/officeart/2005/8/layout/process5"/>
    <dgm:cxn modelId="{C53BF96F-4022-4176-ABD5-8B872CABAF04}" type="presOf" srcId="{45A3402E-B157-4B15-BE11-F91BCBEFB6F9}" destId="{F127156A-DD22-4F70-862A-0E0D9136FDF6}" srcOrd="1" destOrd="0" presId="urn:microsoft.com/office/officeart/2005/8/layout/process5"/>
    <dgm:cxn modelId="{8B76AC70-4061-4E4B-BF32-6BAD161F92E8}" type="presOf" srcId="{7346FFD4-D8EF-4793-9EAC-92FEC3E38F28}" destId="{82CFDE82-0341-4C8B-BF5C-D76C3B0C1E62}" srcOrd="0" destOrd="0" presId="urn:microsoft.com/office/officeart/2005/8/layout/process5"/>
    <dgm:cxn modelId="{FCF43E52-098D-401F-B8AF-29EE0D1B4272}" type="presOf" srcId="{F4ACF53E-D521-47BB-9415-1C5C069A3059}" destId="{F1C4DAE8-EB0E-4503-AFF6-B12EF10DF21A}" srcOrd="0" destOrd="0" presId="urn:microsoft.com/office/officeart/2005/8/layout/process5"/>
    <dgm:cxn modelId="{BBB53559-D4D7-4713-AB09-225BAFCB0E9D}" type="presOf" srcId="{E8D30048-8B59-4B11-B71F-D6E6C26DD65E}" destId="{2ED418F9-2DE1-47E1-A5ED-836B72A1DB54}" srcOrd="1" destOrd="0" presId="urn:microsoft.com/office/officeart/2005/8/layout/process5"/>
    <dgm:cxn modelId="{08757D5A-138C-4BD5-BACA-6CBF98343CAF}" type="presOf" srcId="{A7F832B4-F665-4F4E-8F3B-E51358E5312E}" destId="{00B98943-3D68-47E9-99CE-B14382D5F93C}" srcOrd="0" destOrd="0" presId="urn:microsoft.com/office/officeart/2005/8/layout/process5"/>
    <dgm:cxn modelId="{67DA417E-2D71-4AC0-9592-B2AECE9AC35B}" type="presOf" srcId="{4AA38ECC-FE1B-42BE-8625-E172349D34F9}" destId="{D6B9A1A2-AC6A-4E08-83BC-5BF32C67B9B6}" srcOrd="0" destOrd="0" presId="urn:microsoft.com/office/officeart/2005/8/layout/process5"/>
    <dgm:cxn modelId="{70E17D7E-B96F-47B2-97F4-B309E44C48AE}" type="presOf" srcId="{76FF9289-AB71-4FE7-A027-4A217D75B1A7}" destId="{AD87EDE9-202B-44A1-A4C1-49077BA1F2D7}" srcOrd="1" destOrd="0" presId="urn:microsoft.com/office/officeart/2005/8/layout/process5"/>
    <dgm:cxn modelId="{26392986-1045-4004-B983-D45A1166EBC9}" srcId="{E9C5E4C4-38B6-4B4F-9426-99920FD66AAF}" destId="{4FF00CA8-9369-47F2-9838-667FC101A1AF}" srcOrd="3" destOrd="0" parTransId="{BB63FF0F-FB22-47A5-ADC6-CF3462A5AD38}" sibTransId="{45A3402E-B157-4B15-BE11-F91BCBEFB6F9}"/>
    <dgm:cxn modelId="{5D363893-4164-45A1-8FB6-88C97B1B0A76}" srcId="{E9C5E4C4-38B6-4B4F-9426-99920FD66AAF}" destId="{E649E6A9-5156-46AC-AD0D-6904479A58A7}" srcOrd="0" destOrd="0" parTransId="{6FA321CA-AFCA-423B-BCBF-A4DFE5446440}" sibTransId="{79DB31A9-5EDA-4570-A7D6-A507C8C738CD}"/>
    <dgm:cxn modelId="{AD864F95-A661-4B0B-A2FC-3FCD9437C001}" type="presOf" srcId="{E8D30048-8B59-4B11-B71F-D6E6C26DD65E}" destId="{3B676D19-42F8-440B-88A4-CA67BD74DC21}" srcOrd="0" destOrd="0" presId="urn:microsoft.com/office/officeart/2005/8/layout/process5"/>
    <dgm:cxn modelId="{C8877895-A586-41D2-A187-F62F6923D7F4}" srcId="{E9C5E4C4-38B6-4B4F-9426-99920FD66AAF}" destId="{7346FFD4-D8EF-4793-9EAC-92FEC3E38F28}" srcOrd="5" destOrd="0" parTransId="{96B0B81E-3802-4558-BB01-316B729CD814}" sibTransId="{E8D30048-8B59-4B11-B71F-D6E6C26DD65E}"/>
    <dgm:cxn modelId="{7DC8C8A6-3B88-4F7C-9E12-8A6A319E28D7}" type="presOf" srcId="{418E275D-9476-466B-AD90-FF3F4D20A795}" destId="{4458AC7B-E18B-4CA2-8336-D957EAE30844}" srcOrd="0" destOrd="0" presId="urn:microsoft.com/office/officeart/2005/8/layout/process5"/>
    <dgm:cxn modelId="{2CD679A8-249D-408F-9526-B87FB8534EE2}" type="presOf" srcId="{A7F832B4-F665-4F4E-8F3B-E51358E5312E}" destId="{0C0F925C-DAFF-447C-82A9-44C6ECA3CC31}" srcOrd="1" destOrd="0" presId="urn:microsoft.com/office/officeart/2005/8/layout/process5"/>
    <dgm:cxn modelId="{4B4EB0AD-C88B-4935-AEE2-29704025FAA4}" type="presOf" srcId="{770D1C5A-46EA-4B66-BAE1-3BD2E5824D9E}" destId="{6D93CFF7-2D1B-4672-B904-435646B98DB2}" srcOrd="0" destOrd="0" presId="urn:microsoft.com/office/officeart/2005/8/layout/process5"/>
    <dgm:cxn modelId="{54EDE3B6-BF64-4BCE-A36F-D86FE20118B9}" type="presOf" srcId="{76FF9289-AB71-4FE7-A027-4A217D75B1A7}" destId="{0DAA4084-7959-4FD0-8766-14A3FBFF4645}" srcOrd="0" destOrd="0" presId="urn:microsoft.com/office/officeart/2005/8/layout/process5"/>
    <dgm:cxn modelId="{0ADE46BA-23AC-47FC-A234-A298660B19B3}" type="presOf" srcId="{6700322C-DE84-4652-92F4-803EE8E2474B}" destId="{68B37C64-6B95-43C6-BFC6-12C6EE6558EB}" srcOrd="0" destOrd="0" presId="urn:microsoft.com/office/officeart/2005/8/layout/process5"/>
    <dgm:cxn modelId="{52393BBE-0FFE-462B-ADA4-68E83E0218FC}" type="presOf" srcId="{E649E6A9-5156-46AC-AD0D-6904479A58A7}" destId="{3678F596-9540-47E9-BB9E-117F10A654C2}" srcOrd="0" destOrd="0" presId="urn:microsoft.com/office/officeart/2005/8/layout/process5"/>
    <dgm:cxn modelId="{790D28C1-F399-40F4-9B13-2C0CA052D2A6}" srcId="{E9C5E4C4-38B6-4B4F-9426-99920FD66AAF}" destId="{770D1C5A-46EA-4B66-BAE1-3BD2E5824D9E}" srcOrd="7" destOrd="0" parTransId="{2D0D5267-7652-47DB-B003-E666B72999F6}" sibTransId="{76FF9289-AB71-4FE7-A027-4A217D75B1A7}"/>
    <dgm:cxn modelId="{DE31EBCD-89EA-4536-800A-AAE3C8779ED3}" type="presOf" srcId="{75F5CDAD-9E97-425E-94FF-F80C6CF738CC}" destId="{5BAB6CBA-8F88-4178-9EAA-AE004B725054}" srcOrd="1" destOrd="0" presId="urn:microsoft.com/office/officeart/2005/8/layout/process5"/>
    <dgm:cxn modelId="{3212A4CE-D057-4567-BAB6-44FCC25151A0}" type="presOf" srcId="{F4ACF53E-D521-47BB-9415-1C5C069A3059}" destId="{D45AF551-FAA8-4C0D-8D03-1EEBFBBBD208}" srcOrd="1" destOrd="0" presId="urn:microsoft.com/office/officeart/2005/8/layout/process5"/>
    <dgm:cxn modelId="{4A0426D0-67A7-4A15-8526-0120A2C015BB}" type="presOf" srcId="{229074C7-6F6F-445C-9322-9C400D48D2E9}" destId="{C774225A-5A2A-4927-AE9A-FCCF6424248A}" srcOrd="0" destOrd="0" presId="urn:microsoft.com/office/officeart/2005/8/layout/process5"/>
    <dgm:cxn modelId="{DE4362D8-F8BC-402B-8FB0-E5707A3151B6}" type="presOf" srcId="{222CA27C-F04E-4C2E-A818-C8C8506B90B0}" destId="{286E38E7-6B98-48B4-B855-9A80CA4F0A9D}" srcOrd="0" destOrd="0" presId="urn:microsoft.com/office/officeart/2005/8/layout/process5"/>
    <dgm:cxn modelId="{961B40DA-A9DA-4E27-B311-D0106DBAEB32}" type="presOf" srcId="{222CA27C-F04E-4C2E-A818-C8C8506B90B0}" destId="{8251E3A4-6447-4EBA-A95E-6F38CE7AF50A}" srcOrd="1" destOrd="0" presId="urn:microsoft.com/office/officeart/2005/8/layout/process5"/>
    <dgm:cxn modelId="{A5F439FA-44ED-43B0-9DE9-4638CF76A869}" type="presOf" srcId="{4FF00CA8-9369-47F2-9838-667FC101A1AF}" destId="{D7A16838-00F4-4D8F-8528-A2672F6E8FF8}" srcOrd="0" destOrd="0" presId="urn:microsoft.com/office/officeart/2005/8/layout/process5"/>
    <dgm:cxn modelId="{5A33B398-4D15-4715-9BA3-58BEF907AA41}" type="presParOf" srcId="{B89E196F-4B5F-474C-BD43-B8E720CCC0B6}" destId="{3678F596-9540-47E9-BB9E-117F10A654C2}" srcOrd="0" destOrd="0" presId="urn:microsoft.com/office/officeart/2005/8/layout/process5"/>
    <dgm:cxn modelId="{1504BB19-F0CF-4416-9693-208DFCED7EB3}" type="presParOf" srcId="{B89E196F-4B5F-474C-BD43-B8E720CCC0B6}" destId="{794815FD-73EA-4EB7-8E12-B2DC6AE12A29}" srcOrd="1" destOrd="0" presId="urn:microsoft.com/office/officeart/2005/8/layout/process5"/>
    <dgm:cxn modelId="{1AF6C27B-F0AD-493D-A919-9E4E1039994D}" type="presParOf" srcId="{794815FD-73EA-4EB7-8E12-B2DC6AE12A29}" destId="{AE776683-1BA2-4585-864B-486CA09E3B4D}" srcOrd="0" destOrd="0" presId="urn:microsoft.com/office/officeart/2005/8/layout/process5"/>
    <dgm:cxn modelId="{72B6F4D6-1D2E-4E5E-A3B0-4B5C24C70929}" type="presParOf" srcId="{B89E196F-4B5F-474C-BD43-B8E720CCC0B6}" destId="{D6B9A1A2-AC6A-4E08-83BC-5BF32C67B9B6}" srcOrd="2" destOrd="0" presId="urn:microsoft.com/office/officeart/2005/8/layout/process5"/>
    <dgm:cxn modelId="{66A2E680-0182-437D-A569-30CD40BD0BF5}" type="presParOf" srcId="{B89E196F-4B5F-474C-BD43-B8E720CCC0B6}" destId="{00B98943-3D68-47E9-99CE-B14382D5F93C}" srcOrd="3" destOrd="0" presId="urn:microsoft.com/office/officeart/2005/8/layout/process5"/>
    <dgm:cxn modelId="{DED3F0E4-FD5F-4172-B673-F6314FB5F554}" type="presParOf" srcId="{00B98943-3D68-47E9-99CE-B14382D5F93C}" destId="{0C0F925C-DAFF-447C-82A9-44C6ECA3CC31}" srcOrd="0" destOrd="0" presId="urn:microsoft.com/office/officeart/2005/8/layout/process5"/>
    <dgm:cxn modelId="{D57BB449-6A48-48DB-81EA-4BD0D25FD43B}" type="presParOf" srcId="{B89E196F-4B5F-474C-BD43-B8E720CCC0B6}" destId="{C774225A-5A2A-4927-AE9A-FCCF6424248A}" srcOrd="4" destOrd="0" presId="urn:microsoft.com/office/officeart/2005/8/layout/process5"/>
    <dgm:cxn modelId="{A808E2B6-EE65-4081-A8B1-5EB27390A276}" type="presParOf" srcId="{B89E196F-4B5F-474C-BD43-B8E720CCC0B6}" destId="{68B37C64-6B95-43C6-BFC6-12C6EE6558EB}" srcOrd="5" destOrd="0" presId="urn:microsoft.com/office/officeart/2005/8/layout/process5"/>
    <dgm:cxn modelId="{BFA3DB1D-DC64-406C-93A3-AC6F424AECE4}" type="presParOf" srcId="{68B37C64-6B95-43C6-BFC6-12C6EE6558EB}" destId="{C6EB053B-C05E-4754-924C-C4C5256BB80E}" srcOrd="0" destOrd="0" presId="urn:microsoft.com/office/officeart/2005/8/layout/process5"/>
    <dgm:cxn modelId="{0E229C6F-DE7C-4480-BACF-704E9C0CEC52}" type="presParOf" srcId="{B89E196F-4B5F-474C-BD43-B8E720CCC0B6}" destId="{D7A16838-00F4-4D8F-8528-A2672F6E8FF8}" srcOrd="6" destOrd="0" presId="urn:microsoft.com/office/officeart/2005/8/layout/process5"/>
    <dgm:cxn modelId="{14E07D09-735D-45C9-87C4-09FA3421C9BE}" type="presParOf" srcId="{B89E196F-4B5F-474C-BD43-B8E720CCC0B6}" destId="{BFFE1493-C33F-4B28-984E-8A1D1AC3ED2C}" srcOrd="7" destOrd="0" presId="urn:microsoft.com/office/officeart/2005/8/layout/process5"/>
    <dgm:cxn modelId="{577168A7-F6C9-40C1-BE04-6E430D53E0DF}" type="presParOf" srcId="{BFFE1493-C33F-4B28-984E-8A1D1AC3ED2C}" destId="{F127156A-DD22-4F70-862A-0E0D9136FDF6}" srcOrd="0" destOrd="0" presId="urn:microsoft.com/office/officeart/2005/8/layout/process5"/>
    <dgm:cxn modelId="{ECAB3171-8DB5-4232-ABCD-C2A8D2B506BA}" type="presParOf" srcId="{B89E196F-4B5F-474C-BD43-B8E720CCC0B6}" destId="{A46EB190-B185-4954-B4A8-CCC5838BBBA7}" srcOrd="8" destOrd="0" presId="urn:microsoft.com/office/officeart/2005/8/layout/process5"/>
    <dgm:cxn modelId="{5FBB935E-D909-47D9-B4B4-736E4D8E70C9}" type="presParOf" srcId="{B89E196F-4B5F-474C-BD43-B8E720CCC0B6}" destId="{286E38E7-6B98-48B4-B855-9A80CA4F0A9D}" srcOrd="9" destOrd="0" presId="urn:microsoft.com/office/officeart/2005/8/layout/process5"/>
    <dgm:cxn modelId="{9FCC0C38-BACA-4AC9-ACC1-C96A33618C00}" type="presParOf" srcId="{286E38E7-6B98-48B4-B855-9A80CA4F0A9D}" destId="{8251E3A4-6447-4EBA-A95E-6F38CE7AF50A}" srcOrd="0" destOrd="0" presId="urn:microsoft.com/office/officeart/2005/8/layout/process5"/>
    <dgm:cxn modelId="{07EFAB5B-FEF8-4EF5-A2A7-C99A0416A67E}" type="presParOf" srcId="{B89E196F-4B5F-474C-BD43-B8E720CCC0B6}" destId="{82CFDE82-0341-4C8B-BF5C-D76C3B0C1E62}" srcOrd="10" destOrd="0" presId="urn:microsoft.com/office/officeart/2005/8/layout/process5"/>
    <dgm:cxn modelId="{C9864FE5-BF50-422A-96CE-D2D999CA826F}" type="presParOf" srcId="{B89E196F-4B5F-474C-BD43-B8E720CCC0B6}" destId="{3B676D19-42F8-440B-88A4-CA67BD74DC21}" srcOrd="11" destOrd="0" presId="urn:microsoft.com/office/officeart/2005/8/layout/process5"/>
    <dgm:cxn modelId="{74849D3E-CB62-40A8-8AAE-6412E00F3CCF}" type="presParOf" srcId="{3B676D19-42F8-440B-88A4-CA67BD74DC21}" destId="{2ED418F9-2DE1-47E1-A5ED-836B72A1DB54}" srcOrd="0" destOrd="0" presId="urn:microsoft.com/office/officeart/2005/8/layout/process5"/>
    <dgm:cxn modelId="{1B693109-F58F-4E3D-9DCA-9940BC70B69B}" type="presParOf" srcId="{B89E196F-4B5F-474C-BD43-B8E720CCC0B6}" destId="{D075B621-5CB3-4EE5-8ECC-A175D031EC73}" srcOrd="12" destOrd="0" presId="urn:microsoft.com/office/officeart/2005/8/layout/process5"/>
    <dgm:cxn modelId="{7C14EEA6-14C5-4001-9EC5-15BE3BCB997E}" type="presParOf" srcId="{B89E196F-4B5F-474C-BD43-B8E720CCC0B6}" destId="{D0ABC946-0E87-47FD-B31A-819D0ABD3F5C}" srcOrd="13" destOrd="0" presId="urn:microsoft.com/office/officeart/2005/8/layout/process5"/>
    <dgm:cxn modelId="{30492B85-21C5-4C84-AE30-9C117FB9ABAD}" type="presParOf" srcId="{D0ABC946-0E87-47FD-B31A-819D0ABD3F5C}" destId="{5BAB6CBA-8F88-4178-9EAA-AE004B725054}" srcOrd="0" destOrd="0" presId="urn:microsoft.com/office/officeart/2005/8/layout/process5"/>
    <dgm:cxn modelId="{1C056412-5FDF-40AA-BBC0-4A845E152084}" type="presParOf" srcId="{B89E196F-4B5F-474C-BD43-B8E720CCC0B6}" destId="{6D93CFF7-2D1B-4672-B904-435646B98DB2}" srcOrd="14" destOrd="0" presId="urn:microsoft.com/office/officeart/2005/8/layout/process5"/>
    <dgm:cxn modelId="{74EFD5C4-59B8-477D-A5AC-EF18C38674ED}" type="presParOf" srcId="{B89E196F-4B5F-474C-BD43-B8E720CCC0B6}" destId="{0DAA4084-7959-4FD0-8766-14A3FBFF4645}" srcOrd="15" destOrd="0" presId="urn:microsoft.com/office/officeart/2005/8/layout/process5"/>
    <dgm:cxn modelId="{BE8C18FF-4AF0-4DBB-B6B5-E5AD8B0B6D4A}" type="presParOf" srcId="{0DAA4084-7959-4FD0-8766-14A3FBFF4645}" destId="{AD87EDE9-202B-44A1-A4C1-49077BA1F2D7}" srcOrd="0" destOrd="0" presId="urn:microsoft.com/office/officeart/2005/8/layout/process5"/>
    <dgm:cxn modelId="{1E204871-6711-4BC0-A459-03662810A6A1}" type="presParOf" srcId="{B89E196F-4B5F-474C-BD43-B8E720CCC0B6}" destId="{16478756-1037-4DCB-B669-1AC7A5623738}" srcOrd="16" destOrd="0" presId="urn:microsoft.com/office/officeart/2005/8/layout/process5"/>
    <dgm:cxn modelId="{B8E459BD-BA82-429A-A2B6-9C50BA58DF10}" type="presParOf" srcId="{B89E196F-4B5F-474C-BD43-B8E720CCC0B6}" destId="{F1C4DAE8-EB0E-4503-AFF6-B12EF10DF21A}" srcOrd="17" destOrd="0" presId="urn:microsoft.com/office/officeart/2005/8/layout/process5"/>
    <dgm:cxn modelId="{2B170121-7E3A-4250-BDC8-94C3BA8B07AC}" type="presParOf" srcId="{F1C4DAE8-EB0E-4503-AFF6-B12EF10DF21A}" destId="{D45AF551-FAA8-4C0D-8D03-1EEBFBBBD208}" srcOrd="0" destOrd="0" presId="urn:microsoft.com/office/officeart/2005/8/layout/process5"/>
    <dgm:cxn modelId="{676A32C0-1A65-4810-8326-0A3AE39F4D43}" type="presParOf" srcId="{B89E196F-4B5F-474C-BD43-B8E720CCC0B6}" destId="{4458AC7B-E18B-4CA2-8336-D957EAE30844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3D5E6-6A65-46AC-B02F-7FD8377059A1}">
      <dsp:nvSpPr>
        <dsp:cNvPr id="0" name=""/>
        <dsp:cNvSpPr/>
      </dsp:nvSpPr>
      <dsp:spPr>
        <a:xfrm>
          <a:off x="325982" y="946315"/>
          <a:ext cx="1019724" cy="10197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4812B-EE78-49D5-880B-F6D97E3373AF}">
      <dsp:nvSpPr>
        <dsp:cNvPr id="0" name=""/>
        <dsp:cNvSpPr/>
      </dsp:nvSpPr>
      <dsp:spPr>
        <a:xfrm>
          <a:off x="543300" y="1163634"/>
          <a:ext cx="585087" cy="585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892EF-7907-4071-887C-9FE1B633176C}">
      <dsp:nvSpPr>
        <dsp:cNvPr id="0" name=""/>
        <dsp:cNvSpPr/>
      </dsp:nvSpPr>
      <dsp:spPr>
        <a:xfrm>
          <a:off x="4" y="2283659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kern="1200"/>
            <a:t>Clientes: Registro y consulta</a:t>
          </a:r>
          <a:endParaRPr lang="en-US" sz="1200" kern="1200"/>
        </a:p>
      </dsp:txBody>
      <dsp:txXfrm>
        <a:off x="4" y="2283659"/>
        <a:ext cx="1671679" cy="668671"/>
      </dsp:txXfrm>
    </dsp:sp>
    <dsp:sp modelId="{82C3D0D2-DBCE-4190-ABFE-7AB89D25CCB2}">
      <dsp:nvSpPr>
        <dsp:cNvPr id="0" name=""/>
        <dsp:cNvSpPr/>
      </dsp:nvSpPr>
      <dsp:spPr>
        <a:xfrm>
          <a:off x="2290206" y="946315"/>
          <a:ext cx="1019724" cy="10197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D0F73-77BB-43ED-B782-816873D07488}">
      <dsp:nvSpPr>
        <dsp:cNvPr id="0" name=""/>
        <dsp:cNvSpPr/>
      </dsp:nvSpPr>
      <dsp:spPr>
        <a:xfrm>
          <a:off x="2507524" y="1163634"/>
          <a:ext cx="585087" cy="585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4F6DD-095B-4179-AADF-6A15AF28918B}">
      <dsp:nvSpPr>
        <dsp:cNvPr id="0" name=""/>
        <dsp:cNvSpPr/>
      </dsp:nvSpPr>
      <dsp:spPr>
        <a:xfrm>
          <a:off x="1964228" y="2283659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kern="1200"/>
            <a:t>Usuarios: Autenticación y roles</a:t>
          </a:r>
          <a:endParaRPr lang="en-US" sz="1200" kern="1200"/>
        </a:p>
      </dsp:txBody>
      <dsp:txXfrm>
        <a:off x="1964228" y="2283659"/>
        <a:ext cx="1671679" cy="668671"/>
      </dsp:txXfrm>
    </dsp:sp>
    <dsp:sp modelId="{8A6B4B0A-F1E5-4280-B7BC-525A3C11E310}">
      <dsp:nvSpPr>
        <dsp:cNvPr id="0" name=""/>
        <dsp:cNvSpPr/>
      </dsp:nvSpPr>
      <dsp:spPr>
        <a:xfrm>
          <a:off x="4254429" y="946315"/>
          <a:ext cx="1019724" cy="10197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08D20-748B-4FEA-9931-6116301633F2}">
      <dsp:nvSpPr>
        <dsp:cNvPr id="0" name=""/>
        <dsp:cNvSpPr/>
      </dsp:nvSpPr>
      <dsp:spPr>
        <a:xfrm>
          <a:off x="4471748" y="1163634"/>
          <a:ext cx="585087" cy="585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006DE-196C-42DC-BF1B-1A0A63FC3F1E}">
      <dsp:nvSpPr>
        <dsp:cNvPr id="0" name=""/>
        <dsp:cNvSpPr/>
      </dsp:nvSpPr>
      <dsp:spPr>
        <a:xfrm>
          <a:off x="3928452" y="2283659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kern="1200" dirty="0"/>
            <a:t>Productos: Asociados con el inventario</a:t>
          </a:r>
          <a:endParaRPr lang="en-US" sz="1200" kern="1200" dirty="0"/>
        </a:p>
      </dsp:txBody>
      <dsp:txXfrm>
        <a:off x="3928452" y="2283659"/>
        <a:ext cx="1671679" cy="668671"/>
      </dsp:txXfrm>
    </dsp:sp>
    <dsp:sp modelId="{D56C5282-7570-4E4F-B2C2-B39B58CA1216}">
      <dsp:nvSpPr>
        <dsp:cNvPr id="0" name=""/>
        <dsp:cNvSpPr/>
      </dsp:nvSpPr>
      <dsp:spPr>
        <a:xfrm>
          <a:off x="6218653" y="946315"/>
          <a:ext cx="1019724" cy="10197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D2608-0139-46B7-8B95-477B1C24B3E1}">
      <dsp:nvSpPr>
        <dsp:cNvPr id="0" name=""/>
        <dsp:cNvSpPr/>
      </dsp:nvSpPr>
      <dsp:spPr>
        <a:xfrm>
          <a:off x="6435971" y="1163634"/>
          <a:ext cx="585087" cy="5850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C774B-62C2-45C3-AEF1-505931F89B1B}">
      <dsp:nvSpPr>
        <dsp:cNvPr id="0" name=""/>
        <dsp:cNvSpPr/>
      </dsp:nvSpPr>
      <dsp:spPr>
        <a:xfrm>
          <a:off x="5892675" y="2283659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kern="1200"/>
            <a:t>Inventario: Control de stock por localización</a:t>
          </a:r>
          <a:endParaRPr lang="en-US" sz="1200" kern="1200"/>
        </a:p>
      </dsp:txBody>
      <dsp:txXfrm>
        <a:off x="5892675" y="2283659"/>
        <a:ext cx="1671679" cy="668671"/>
      </dsp:txXfrm>
    </dsp:sp>
    <dsp:sp modelId="{46037A7F-8E75-49ED-B060-B3C967E91FE9}">
      <dsp:nvSpPr>
        <dsp:cNvPr id="0" name=""/>
        <dsp:cNvSpPr/>
      </dsp:nvSpPr>
      <dsp:spPr>
        <a:xfrm>
          <a:off x="8182876" y="946315"/>
          <a:ext cx="1019724" cy="10197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442D4-3065-4BED-98E8-A5F59ABD6DAE}">
      <dsp:nvSpPr>
        <dsp:cNvPr id="0" name=""/>
        <dsp:cNvSpPr/>
      </dsp:nvSpPr>
      <dsp:spPr>
        <a:xfrm>
          <a:off x="8400195" y="1163634"/>
          <a:ext cx="585087" cy="5850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B1DC1-A513-47DA-88E6-5D616724B082}">
      <dsp:nvSpPr>
        <dsp:cNvPr id="0" name=""/>
        <dsp:cNvSpPr/>
      </dsp:nvSpPr>
      <dsp:spPr>
        <a:xfrm>
          <a:off x="7856899" y="2283659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kern="1200" dirty="0"/>
            <a:t>Órdenes: Registro de pedidos con detalle</a:t>
          </a:r>
          <a:endParaRPr lang="en-US" sz="1200" kern="1200" dirty="0"/>
        </a:p>
      </dsp:txBody>
      <dsp:txXfrm>
        <a:off x="7856899" y="2283659"/>
        <a:ext cx="1671679" cy="668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96B77-A6E8-487F-AC8A-D14861EF4663}">
      <dsp:nvSpPr>
        <dsp:cNvPr id="0" name=""/>
        <dsp:cNvSpPr/>
      </dsp:nvSpPr>
      <dsp:spPr>
        <a:xfrm>
          <a:off x="1254292" y="38226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05AED-52B3-4D41-8699-D556E83CA30D}">
      <dsp:nvSpPr>
        <dsp:cNvPr id="0" name=""/>
        <dsp:cNvSpPr/>
      </dsp:nvSpPr>
      <dsp:spPr>
        <a:xfrm>
          <a:off x="66292" y="27963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Cliente → API REST → PostgreSQL</a:t>
          </a:r>
          <a:endParaRPr lang="en-US" sz="1700" kern="1200"/>
        </a:p>
      </dsp:txBody>
      <dsp:txXfrm>
        <a:off x="66292" y="2796384"/>
        <a:ext cx="4320000" cy="720000"/>
      </dsp:txXfrm>
    </dsp:sp>
    <dsp:sp modelId="{7E776645-E77A-41A0-8913-B4C4393E058C}">
      <dsp:nvSpPr>
        <dsp:cNvPr id="0" name=""/>
        <dsp:cNvSpPr/>
      </dsp:nvSpPr>
      <dsp:spPr>
        <a:xfrm>
          <a:off x="6330292" y="38226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08A42-F3F7-4372-8B26-50F3C0F1C98A}">
      <dsp:nvSpPr>
        <dsp:cNvPr id="0" name=""/>
        <dsp:cNvSpPr/>
      </dsp:nvSpPr>
      <dsp:spPr>
        <a:xfrm>
          <a:off x="5142292" y="27963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Cada petición se valida, se procesa en el backend y se persiste en la base de datos.</a:t>
          </a:r>
          <a:endParaRPr lang="en-US" sz="1700" kern="1200"/>
        </a:p>
      </dsp:txBody>
      <dsp:txXfrm>
        <a:off x="5142292" y="2796384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12F59-2CF3-4F1E-95DA-2A7596E74E9D}">
      <dsp:nvSpPr>
        <dsp:cNvPr id="0" name=""/>
        <dsp:cNvSpPr/>
      </dsp:nvSpPr>
      <dsp:spPr>
        <a:xfrm>
          <a:off x="580949" y="477943"/>
          <a:ext cx="1715625" cy="17156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C8D46-A254-4619-8890-47D5A92EC06D}">
      <dsp:nvSpPr>
        <dsp:cNvPr id="0" name=""/>
        <dsp:cNvSpPr/>
      </dsp:nvSpPr>
      <dsp:spPr>
        <a:xfrm>
          <a:off x="946574" y="843568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B3D3B-0266-465F-884D-F796CA9BB030}">
      <dsp:nvSpPr>
        <dsp:cNvPr id="0" name=""/>
        <dsp:cNvSpPr/>
      </dsp:nvSpPr>
      <dsp:spPr>
        <a:xfrm>
          <a:off x="32512" y="272794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700" kern="1200"/>
            <a:t>Lenguaje y Framework: Java + Spring Boot  </a:t>
          </a:r>
          <a:endParaRPr lang="en-US" sz="1700" kern="1200"/>
        </a:p>
      </dsp:txBody>
      <dsp:txXfrm>
        <a:off x="32512" y="2727943"/>
        <a:ext cx="2812500" cy="720000"/>
      </dsp:txXfrm>
    </dsp:sp>
    <dsp:sp modelId="{1BA7E0E2-EA8D-45CF-A7FC-35C1FF6DEB7B}">
      <dsp:nvSpPr>
        <dsp:cNvPr id="0" name=""/>
        <dsp:cNvSpPr/>
      </dsp:nvSpPr>
      <dsp:spPr>
        <a:xfrm>
          <a:off x="3885637" y="477943"/>
          <a:ext cx="1715625" cy="17156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F58B1-08B6-4F36-BD23-527CC01B7C72}">
      <dsp:nvSpPr>
        <dsp:cNvPr id="0" name=""/>
        <dsp:cNvSpPr/>
      </dsp:nvSpPr>
      <dsp:spPr>
        <a:xfrm>
          <a:off x="4251262" y="843568"/>
          <a:ext cx="984375" cy="984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589DA-0C8C-4F15-9AC9-626C63762E13}">
      <dsp:nvSpPr>
        <dsp:cNvPr id="0" name=""/>
        <dsp:cNvSpPr/>
      </dsp:nvSpPr>
      <dsp:spPr>
        <a:xfrm>
          <a:off x="3337199" y="272794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700" kern="1200"/>
            <a:t>Base de datos: PostgreSQL  </a:t>
          </a:r>
          <a:endParaRPr lang="en-US" sz="1700" kern="1200"/>
        </a:p>
      </dsp:txBody>
      <dsp:txXfrm>
        <a:off x="3337199" y="2727943"/>
        <a:ext cx="2812500" cy="720000"/>
      </dsp:txXfrm>
    </dsp:sp>
    <dsp:sp modelId="{5864CB79-2008-46CE-9660-47E2B6AA03BE}">
      <dsp:nvSpPr>
        <dsp:cNvPr id="0" name=""/>
        <dsp:cNvSpPr/>
      </dsp:nvSpPr>
      <dsp:spPr>
        <a:xfrm>
          <a:off x="7190325" y="477943"/>
          <a:ext cx="1715625" cy="17156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0230D3-35E4-4555-B86C-87135BFE2DCF}">
      <dsp:nvSpPr>
        <dsp:cNvPr id="0" name=""/>
        <dsp:cNvSpPr/>
      </dsp:nvSpPr>
      <dsp:spPr>
        <a:xfrm>
          <a:off x="7555950" y="843568"/>
          <a:ext cx="984375" cy="984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9F0B6-D9C5-4E33-A781-675A9608A54E}">
      <dsp:nvSpPr>
        <dsp:cNvPr id="0" name=""/>
        <dsp:cNvSpPr/>
      </dsp:nvSpPr>
      <dsp:spPr>
        <a:xfrm>
          <a:off x="6641887" y="2727943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700" kern="1200"/>
            <a:t>Herramientas: Postman</a:t>
          </a:r>
          <a:endParaRPr lang="en-US" sz="1700" kern="1200"/>
        </a:p>
      </dsp:txBody>
      <dsp:txXfrm>
        <a:off x="6641887" y="2727943"/>
        <a:ext cx="2812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75020-017A-4638-BB81-BFB73E5F80A8}">
      <dsp:nvSpPr>
        <dsp:cNvPr id="0" name=""/>
        <dsp:cNvSpPr/>
      </dsp:nvSpPr>
      <dsp:spPr>
        <a:xfrm>
          <a:off x="0" y="0"/>
          <a:ext cx="8063865" cy="1177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Autenticación JWT</a:t>
          </a:r>
          <a:endParaRPr lang="en-US" sz="3100" kern="1200" dirty="0"/>
        </a:p>
      </dsp:txBody>
      <dsp:txXfrm>
        <a:off x="34496" y="34496"/>
        <a:ext cx="6792962" cy="1108774"/>
      </dsp:txXfrm>
    </dsp:sp>
    <dsp:sp modelId="{B73C2DAE-DA83-4242-A61F-E2AA4A379906}">
      <dsp:nvSpPr>
        <dsp:cNvPr id="0" name=""/>
        <dsp:cNvSpPr/>
      </dsp:nvSpPr>
      <dsp:spPr>
        <a:xfrm>
          <a:off x="711517" y="1374060"/>
          <a:ext cx="8063865" cy="1177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204672"/>
                <a:satOff val="-11616"/>
                <a:lumOff val="-34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04672"/>
                <a:satOff val="-11616"/>
                <a:lumOff val="-34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04672"/>
                <a:satOff val="-11616"/>
                <a:lumOff val="-34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Validación de datos con anotaciones</a:t>
          </a:r>
          <a:endParaRPr lang="en-US" sz="3100" kern="1200" dirty="0"/>
        </a:p>
      </dsp:txBody>
      <dsp:txXfrm>
        <a:off x="746013" y="1408556"/>
        <a:ext cx="6517807" cy="1108774"/>
      </dsp:txXfrm>
    </dsp:sp>
    <dsp:sp modelId="{7F8C83BB-47F9-4982-A50E-F1A7A7716C57}">
      <dsp:nvSpPr>
        <dsp:cNvPr id="0" name=""/>
        <dsp:cNvSpPr/>
      </dsp:nvSpPr>
      <dsp:spPr>
        <a:xfrm>
          <a:off x="1423034" y="2748120"/>
          <a:ext cx="8063865" cy="11777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Manejo de errores con respuestas HTTP claras</a:t>
          </a:r>
          <a:endParaRPr lang="en-US" sz="3100" kern="1200"/>
        </a:p>
      </dsp:txBody>
      <dsp:txXfrm>
        <a:off x="1457530" y="2782616"/>
        <a:ext cx="6517807" cy="1108774"/>
      </dsp:txXfrm>
    </dsp:sp>
    <dsp:sp modelId="{04E541A9-3525-4BB8-BF49-5750F89BDA22}">
      <dsp:nvSpPr>
        <dsp:cNvPr id="0" name=""/>
        <dsp:cNvSpPr/>
      </dsp:nvSpPr>
      <dsp:spPr>
        <a:xfrm>
          <a:off x="7298317" y="893139"/>
          <a:ext cx="765547" cy="7655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470565" y="893139"/>
        <a:ext cx="421051" cy="576074"/>
      </dsp:txXfrm>
    </dsp:sp>
    <dsp:sp modelId="{3A8AA593-D6D6-4435-9A24-47D00DEF7BDA}">
      <dsp:nvSpPr>
        <dsp:cNvPr id="0" name=""/>
        <dsp:cNvSpPr/>
      </dsp:nvSpPr>
      <dsp:spPr>
        <a:xfrm>
          <a:off x="8009834" y="2259347"/>
          <a:ext cx="765547" cy="7655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762973"/>
            <a:satOff val="-25510"/>
            <a:lumOff val="-2222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1762973"/>
              <a:satOff val="-25510"/>
              <a:lumOff val="-22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3400" kern="1200"/>
        </a:p>
      </dsp:txBody>
      <dsp:txXfrm>
        <a:off x="8182082" y="2259347"/>
        <a:ext cx="421051" cy="5760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8F596-9540-47E9-BB9E-117F10A654C2}">
      <dsp:nvSpPr>
        <dsp:cNvPr id="0" name=""/>
        <dsp:cNvSpPr/>
      </dsp:nvSpPr>
      <dsp:spPr>
        <a:xfrm>
          <a:off x="869111" y="1733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 dirty="0"/>
            <a:t>Objetivos logrados:</a:t>
          </a:r>
          <a:endParaRPr lang="en-US" sz="1300" b="1" kern="1200" dirty="0"/>
        </a:p>
      </dsp:txBody>
      <dsp:txXfrm>
        <a:off x="895439" y="28061"/>
        <a:ext cx="1445490" cy="846231"/>
      </dsp:txXfrm>
    </dsp:sp>
    <dsp:sp modelId="{794815FD-73EA-4EB7-8E12-B2DC6AE12A29}">
      <dsp:nvSpPr>
        <dsp:cNvPr id="0" name=""/>
        <dsp:cNvSpPr/>
      </dsp:nvSpPr>
      <dsp:spPr>
        <a:xfrm>
          <a:off x="2499094" y="265406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499094" y="339714"/>
        <a:ext cx="222325" cy="222924"/>
      </dsp:txXfrm>
    </dsp:sp>
    <dsp:sp modelId="{D6B9A1A2-AC6A-4E08-83BC-5BF32C67B9B6}">
      <dsp:nvSpPr>
        <dsp:cNvPr id="0" name=""/>
        <dsp:cNvSpPr/>
      </dsp:nvSpPr>
      <dsp:spPr>
        <a:xfrm>
          <a:off x="2966516" y="1733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Creación de una API rest modular</a:t>
          </a:r>
          <a:endParaRPr lang="en-US" sz="1300" kern="1200"/>
        </a:p>
      </dsp:txBody>
      <dsp:txXfrm>
        <a:off x="2992844" y="28061"/>
        <a:ext cx="1445490" cy="846231"/>
      </dsp:txXfrm>
    </dsp:sp>
    <dsp:sp modelId="{00B98943-3D68-47E9-99CE-B14382D5F93C}">
      <dsp:nvSpPr>
        <dsp:cNvPr id="0" name=""/>
        <dsp:cNvSpPr/>
      </dsp:nvSpPr>
      <dsp:spPr>
        <a:xfrm>
          <a:off x="4596499" y="265406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96499" y="339714"/>
        <a:ext cx="222325" cy="222924"/>
      </dsp:txXfrm>
    </dsp:sp>
    <dsp:sp modelId="{C774225A-5A2A-4927-AE9A-FCCF6424248A}">
      <dsp:nvSpPr>
        <dsp:cNvPr id="0" name=""/>
        <dsp:cNvSpPr/>
      </dsp:nvSpPr>
      <dsp:spPr>
        <a:xfrm>
          <a:off x="5063921" y="1733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Seguridad básica de Springboot y JWT implementada</a:t>
          </a:r>
          <a:endParaRPr lang="en-US" sz="1300" kern="1200"/>
        </a:p>
      </dsp:txBody>
      <dsp:txXfrm>
        <a:off x="5090249" y="28061"/>
        <a:ext cx="1445490" cy="846231"/>
      </dsp:txXfrm>
    </dsp:sp>
    <dsp:sp modelId="{68B37C64-6B95-43C6-BFC6-12C6EE6558EB}">
      <dsp:nvSpPr>
        <dsp:cNvPr id="0" name=""/>
        <dsp:cNvSpPr/>
      </dsp:nvSpPr>
      <dsp:spPr>
        <a:xfrm>
          <a:off x="6693904" y="265406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693904" y="339714"/>
        <a:ext cx="222325" cy="222924"/>
      </dsp:txXfrm>
    </dsp:sp>
    <dsp:sp modelId="{D7A16838-00F4-4D8F-8528-A2672F6E8FF8}">
      <dsp:nvSpPr>
        <dsp:cNvPr id="0" name=""/>
        <dsp:cNvSpPr/>
      </dsp:nvSpPr>
      <dsp:spPr>
        <a:xfrm>
          <a:off x="7161326" y="1733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 dirty="0"/>
            <a:t>Dificultades:</a:t>
          </a:r>
          <a:endParaRPr lang="en-US" sz="1300" b="1" kern="1200" dirty="0"/>
        </a:p>
      </dsp:txBody>
      <dsp:txXfrm>
        <a:off x="7187654" y="28061"/>
        <a:ext cx="1445490" cy="846231"/>
      </dsp:txXfrm>
    </dsp:sp>
    <dsp:sp modelId="{BFFE1493-C33F-4B28-984E-8A1D1AC3ED2C}">
      <dsp:nvSpPr>
        <dsp:cNvPr id="0" name=""/>
        <dsp:cNvSpPr/>
      </dsp:nvSpPr>
      <dsp:spPr>
        <a:xfrm rot="5400000">
          <a:off x="7751596" y="1005491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7798938" y="1032457"/>
        <a:ext cx="222924" cy="222325"/>
      </dsp:txXfrm>
    </dsp:sp>
    <dsp:sp modelId="{A46EB190-B185-4954-B4A8-CCC5838BBBA7}">
      <dsp:nvSpPr>
        <dsp:cNvPr id="0" name=""/>
        <dsp:cNvSpPr/>
      </dsp:nvSpPr>
      <dsp:spPr>
        <a:xfrm>
          <a:off x="7161326" y="1499879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Relaciones entre entidades</a:t>
          </a:r>
          <a:endParaRPr lang="en-US" sz="1300" kern="1200"/>
        </a:p>
      </dsp:txBody>
      <dsp:txXfrm>
        <a:off x="7187654" y="1526207"/>
        <a:ext cx="1445490" cy="846231"/>
      </dsp:txXfrm>
    </dsp:sp>
    <dsp:sp modelId="{286E38E7-6B98-48B4-B855-9A80CA4F0A9D}">
      <dsp:nvSpPr>
        <dsp:cNvPr id="0" name=""/>
        <dsp:cNvSpPr/>
      </dsp:nvSpPr>
      <dsp:spPr>
        <a:xfrm rot="10800000">
          <a:off x="6711882" y="1763553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6807164" y="1837861"/>
        <a:ext cx="222325" cy="222924"/>
      </dsp:txXfrm>
    </dsp:sp>
    <dsp:sp modelId="{82CFDE82-0341-4C8B-BF5C-D76C3B0C1E62}">
      <dsp:nvSpPr>
        <dsp:cNvPr id="0" name=""/>
        <dsp:cNvSpPr/>
      </dsp:nvSpPr>
      <dsp:spPr>
        <a:xfrm>
          <a:off x="5063921" y="1499879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Validaciones condicionales</a:t>
          </a:r>
          <a:endParaRPr lang="en-US" sz="1300" kern="1200"/>
        </a:p>
      </dsp:txBody>
      <dsp:txXfrm>
        <a:off x="5090249" y="1526207"/>
        <a:ext cx="1445490" cy="846231"/>
      </dsp:txXfrm>
    </dsp:sp>
    <dsp:sp modelId="{3B676D19-42F8-440B-88A4-CA67BD74DC21}">
      <dsp:nvSpPr>
        <dsp:cNvPr id="0" name=""/>
        <dsp:cNvSpPr/>
      </dsp:nvSpPr>
      <dsp:spPr>
        <a:xfrm rot="10800000">
          <a:off x="4614477" y="1763553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709759" y="1837861"/>
        <a:ext cx="222325" cy="222924"/>
      </dsp:txXfrm>
    </dsp:sp>
    <dsp:sp modelId="{D075B621-5CB3-4EE5-8ECC-A175D031EC73}">
      <dsp:nvSpPr>
        <dsp:cNvPr id="0" name=""/>
        <dsp:cNvSpPr/>
      </dsp:nvSpPr>
      <dsp:spPr>
        <a:xfrm>
          <a:off x="2966516" y="1499879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 dirty="0"/>
            <a:t>Mejoras futuras:</a:t>
          </a:r>
          <a:endParaRPr lang="en-US" sz="1300" b="1" kern="1200" dirty="0"/>
        </a:p>
      </dsp:txBody>
      <dsp:txXfrm>
        <a:off x="2992844" y="1526207"/>
        <a:ext cx="1445490" cy="846231"/>
      </dsp:txXfrm>
    </dsp:sp>
    <dsp:sp modelId="{D0ABC946-0E87-47FD-B31A-819D0ABD3F5C}">
      <dsp:nvSpPr>
        <dsp:cNvPr id="0" name=""/>
        <dsp:cNvSpPr/>
      </dsp:nvSpPr>
      <dsp:spPr>
        <a:xfrm rot="10800000">
          <a:off x="2517072" y="1763553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612354" y="1837861"/>
        <a:ext cx="222325" cy="222924"/>
      </dsp:txXfrm>
    </dsp:sp>
    <dsp:sp modelId="{6D93CFF7-2D1B-4672-B904-435646B98DB2}">
      <dsp:nvSpPr>
        <dsp:cNvPr id="0" name=""/>
        <dsp:cNvSpPr/>
      </dsp:nvSpPr>
      <dsp:spPr>
        <a:xfrm>
          <a:off x="869111" y="1499879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Implementación de un FrontEnd </a:t>
          </a:r>
          <a:endParaRPr lang="en-US" sz="1300" kern="1200"/>
        </a:p>
      </dsp:txBody>
      <dsp:txXfrm>
        <a:off x="895439" y="1526207"/>
        <a:ext cx="1445490" cy="846231"/>
      </dsp:txXfrm>
    </dsp:sp>
    <dsp:sp modelId="{0DAA4084-7959-4FD0-8766-14A3FBFF4645}">
      <dsp:nvSpPr>
        <dsp:cNvPr id="0" name=""/>
        <dsp:cNvSpPr/>
      </dsp:nvSpPr>
      <dsp:spPr>
        <a:xfrm rot="5400000">
          <a:off x="1459380" y="2503637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506722" y="2530603"/>
        <a:ext cx="222924" cy="222325"/>
      </dsp:txXfrm>
    </dsp:sp>
    <dsp:sp modelId="{16478756-1037-4DCB-B669-1AC7A5623738}">
      <dsp:nvSpPr>
        <dsp:cNvPr id="0" name=""/>
        <dsp:cNvSpPr/>
      </dsp:nvSpPr>
      <dsp:spPr>
        <a:xfrm>
          <a:off x="869111" y="2998026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Roles avanzados </a:t>
          </a:r>
          <a:endParaRPr lang="en-US" sz="1300" kern="1200"/>
        </a:p>
      </dsp:txBody>
      <dsp:txXfrm>
        <a:off x="895439" y="3024354"/>
        <a:ext cx="1445490" cy="846231"/>
      </dsp:txXfrm>
    </dsp:sp>
    <dsp:sp modelId="{F1C4DAE8-EB0E-4503-AFF6-B12EF10DF21A}">
      <dsp:nvSpPr>
        <dsp:cNvPr id="0" name=""/>
        <dsp:cNvSpPr/>
      </dsp:nvSpPr>
      <dsp:spPr>
        <a:xfrm>
          <a:off x="2499094" y="3261699"/>
          <a:ext cx="317607" cy="3715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499094" y="3336007"/>
        <a:ext cx="222325" cy="222924"/>
      </dsp:txXfrm>
    </dsp:sp>
    <dsp:sp modelId="{4458AC7B-E18B-4CA2-8336-D957EAE30844}">
      <dsp:nvSpPr>
        <dsp:cNvPr id="0" name=""/>
        <dsp:cNvSpPr/>
      </dsp:nvSpPr>
      <dsp:spPr>
        <a:xfrm>
          <a:off x="2966516" y="2998026"/>
          <a:ext cx="1498146" cy="898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Auditoría más robusta</a:t>
          </a:r>
          <a:endParaRPr lang="en-US" sz="1300" kern="1200"/>
        </a:p>
      </dsp:txBody>
      <dsp:txXfrm>
        <a:off x="2992844" y="3024354"/>
        <a:ext cx="1445490" cy="846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C66E1-97A7-40A5-9305-6F1BC598B1A9}" type="datetimeFigureOut">
              <a:rPr lang="es-419" smtClean="0"/>
              <a:t>21/10/2025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A5282-381A-4F60-A6AC-E839BA43FF9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973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A5282-381A-4F60-A6AC-E839BA43FF9B}" type="slidenum">
              <a:rPr lang="es-419" smtClean="0"/>
              <a:t>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1443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A5282-381A-4F60-A6AC-E839BA43FF9B}" type="slidenum">
              <a:rPr lang="es-419" smtClean="0"/>
              <a:t>15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0422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8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4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4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1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3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8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1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9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9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9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6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5350D6-DD5A-E96E-DB39-10FF58220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8633" y="1247140"/>
            <a:ext cx="3608208" cy="3450844"/>
          </a:xfrm>
        </p:spPr>
        <p:txBody>
          <a:bodyPr>
            <a:normAutofit fontScale="90000"/>
          </a:bodyPr>
          <a:lstStyle/>
          <a:p>
            <a:r>
              <a:rPr lang="es-419" sz="4800" dirty="0"/>
              <a:t>Sistema de Gestión de Inventario – API REST</a:t>
            </a:r>
            <a:br>
              <a:rPr lang="es-419" sz="4800" dirty="0"/>
            </a:br>
            <a:endParaRPr lang="es-419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D36758-76FA-40C8-B4A4-0484866F3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633" y="4818126"/>
            <a:ext cx="3608208" cy="1268984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Proyecto </a:t>
            </a:r>
            <a:r>
              <a:rPr lang="es-MX" dirty="0" err="1"/>
              <a:t>Backend</a:t>
            </a:r>
            <a:endParaRPr lang="es-MX" dirty="0"/>
          </a:p>
          <a:p>
            <a:r>
              <a:rPr lang="es-MX" dirty="0"/>
              <a:t>Autor: José Torres</a:t>
            </a:r>
          </a:p>
          <a:p>
            <a:r>
              <a:rPr lang="es-MX" dirty="0"/>
              <a:t>Fecha: Octubre 2025</a:t>
            </a:r>
          </a:p>
          <a:p>
            <a:endParaRPr lang="es-419" dirty="0"/>
          </a:p>
        </p:txBody>
      </p:sp>
      <p:pic>
        <p:nvPicPr>
          <p:cNvPr id="4" name="Picture 3" descr="Nubes rosas y azules">
            <a:extLst>
              <a:ext uri="{FF2B5EF4-FFF2-40B4-BE49-F238E27FC236}">
                <a16:creationId xmlns:a16="http://schemas.microsoft.com/office/drawing/2014/main" id="{A45B7ECC-7847-CED4-F4CD-4CE58946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81" r="13604" b="2"/>
          <a:stretch>
            <a:fillRect/>
          </a:stretch>
        </p:blipFill>
        <p:spPr>
          <a:xfrm>
            <a:off x="-1" y="10"/>
            <a:ext cx="7456513" cy="6857990"/>
          </a:xfrm>
          <a:custGeom>
            <a:avLst/>
            <a:gdLst/>
            <a:ahLst/>
            <a:cxnLst/>
            <a:rect l="l" t="t" r="r" b="b"/>
            <a:pathLst>
              <a:path w="7456513" h="6858000">
                <a:moveTo>
                  <a:pt x="0" y="0"/>
                </a:moveTo>
                <a:lnTo>
                  <a:pt x="6059386" y="0"/>
                </a:lnTo>
                <a:lnTo>
                  <a:pt x="6059386" y="1375489"/>
                </a:lnTo>
                <a:lnTo>
                  <a:pt x="7456513" y="1375489"/>
                </a:lnTo>
                <a:lnTo>
                  <a:pt x="74565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5818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5818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6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A841ED-7FA2-FC20-0E3D-D8019D0A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898" y="455362"/>
            <a:ext cx="7846501" cy="1550419"/>
          </a:xfrm>
        </p:spPr>
        <p:txBody>
          <a:bodyPr>
            <a:normAutofit/>
          </a:bodyPr>
          <a:lstStyle/>
          <a:p>
            <a:r>
              <a:rPr lang="es-MX"/>
              <a:t>¿Para qué sirve el sistema?</a:t>
            </a:r>
            <a:br>
              <a:rPr lang="es-MX"/>
            </a:br>
            <a:endParaRPr lang="es-419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2770699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201993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775D4-AA18-FB94-DBA0-9568C1FC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898" y="2160016"/>
            <a:ext cx="7846501" cy="3926152"/>
          </a:xfrm>
        </p:spPr>
        <p:txBody>
          <a:bodyPr>
            <a:normAutofit/>
          </a:bodyPr>
          <a:lstStyle/>
          <a:p>
            <a:r>
              <a:rPr lang="es-MX" dirty="0"/>
              <a:t>Es un sistema </a:t>
            </a:r>
            <a:r>
              <a:rPr lang="es-MX" dirty="0" err="1"/>
              <a:t>backend</a:t>
            </a:r>
            <a:r>
              <a:rPr lang="es-MX" dirty="0"/>
              <a:t> modular que permite gestionar clientes, usuarios, productos, inventario y órdenes mediante una API REST desarrollada en Spring </a:t>
            </a:r>
            <a:r>
              <a:rPr lang="es-MX" dirty="0" err="1"/>
              <a:t>Boot</a:t>
            </a:r>
            <a:r>
              <a:rPr lang="es-MX" dirty="0"/>
              <a:t>, con persistencia en PostgreSQL.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350686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3EB694-4F51-B72A-D661-9461E110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s-419" dirty="0"/>
              <a:t>Módulos clave</a:t>
            </a:r>
            <a:br>
              <a:rPr lang="es-419" dirty="0"/>
            </a:br>
            <a:endParaRPr lang="es-419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049B7BA-B941-31DD-6548-2B3EBC8AA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177818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207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3EB0CB-6AA2-76EF-D229-E39DF26F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s-MX" dirty="0"/>
              <a:t>Flujo básico</a:t>
            </a:r>
            <a:endParaRPr lang="es-419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A45F9ED-F8EB-AB28-45DD-EFC7C4984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757845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590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5F6F4E-B2AD-53C4-B853-63BCED89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r>
              <a:rPr lang="es-MX" dirty="0"/>
              <a:t>Tecnologías utilizadas</a:t>
            </a:r>
            <a:endParaRPr lang="es-419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098503A-107E-750F-2E41-FE3566507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4215027"/>
              </p:ext>
            </p:extLst>
          </p:nvPr>
        </p:nvGraphicFramePr>
        <p:xfrm>
          <a:off x="1587500" y="2160588"/>
          <a:ext cx="9486900" cy="392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4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C6C4C2-D852-E181-7B72-0EEB79E4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250" y="2936366"/>
            <a:ext cx="4067909" cy="1550419"/>
          </a:xfrm>
        </p:spPr>
        <p:txBody>
          <a:bodyPr>
            <a:normAutofit/>
          </a:bodyPr>
          <a:lstStyle/>
          <a:p>
            <a:r>
              <a:rPr lang="es-MX" dirty="0"/>
              <a:t>Diagrama E-R</a:t>
            </a:r>
            <a:endParaRPr lang="es-419" dirty="0"/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4BC31DB1-4D8C-9CFF-2B93-BE81A74CE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185" y="614149"/>
            <a:ext cx="4281854" cy="54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2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3845D-22ED-F87F-134D-1F50A3CF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E907A8-5B6E-1624-A355-05377ACCD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1EE948-0AF8-238F-CE34-5A22593F5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3B1BD3-11FD-EDE5-3972-DB8BFAAFE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27EC68-9BD5-6352-860C-E461247E9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250" y="2936366"/>
            <a:ext cx="4067909" cy="1550419"/>
          </a:xfrm>
        </p:spPr>
        <p:txBody>
          <a:bodyPr>
            <a:normAutofit/>
          </a:bodyPr>
          <a:lstStyle/>
          <a:p>
            <a:r>
              <a:rPr lang="es-MX" dirty="0"/>
              <a:t>Diagrama de clases</a:t>
            </a:r>
            <a:endParaRPr lang="es-419" dirty="0"/>
          </a:p>
        </p:txBody>
      </p:sp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8AF0A290-4D6F-3100-FE1C-365827CAB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644" y="669013"/>
            <a:ext cx="4430042" cy="551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7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5EBF4F-E304-3209-30D6-4AFC9105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es-MX" dirty="0"/>
              <a:t>Estructura del proyecto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5FE220-0622-577C-5DCF-6CBA6E6F7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1700" dirty="0"/>
              <a:t>Carpetas clave:</a:t>
            </a:r>
          </a:p>
          <a:p>
            <a:pPr>
              <a:lnSpc>
                <a:spcPct val="100000"/>
              </a:lnSpc>
            </a:pPr>
            <a:endParaRPr lang="es-MX" sz="1700" dirty="0"/>
          </a:p>
          <a:p>
            <a:pPr>
              <a:lnSpc>
                <a:spcPct val="100000"/>
              </a:lnSpc>
            </a:pPr>
            <a:r>
              <a:rPr lang="es-MX" sz="1700" dirty="0"/>
              <a:t>/</a:t>
            </a:r>
            <a:r>
              <a:rPr lang="es-MX" sz="1700" dirty="0" err="1"/>
              <a:t>controllers</a:t>
            </a:r>
            <a:r>
              <a:rPr lang="es-MX" sz="1700" dirty="0"/>
              <a:t> → lógica de negocio</a:t>
            </a:r>
          </a:p>
          <a:p>
            <a:pPr>
              <a:lnSpc>
                <a:spcPct val="100000"/>
              </a:lnSpc>
            </a:pPr>
            <a:r>
              <a:rPr lang="es-MX" sz="1700" dirty="0"/>
              <a:t>/</a:t>
            </a:r>
            <a:r>
              <a:rPr lang="es-MX" sz="1700" dirty="0" err="1"/>
              <a:t>services</a:t>
            </a:r>
            <a:r>
              <a:rPr lang="es-MX" sz="1700" dirty="0"/>
              <a:t>→ estructura de datos</a:t>
            </a:r>
          </a:p>
          <a:p>
            <a:pPr>
              <a:lnSpc>
                <a:spcPct val="100000"/>
              </a:lnSpc>
            </a:pPr>
            <a:r>
              <a:rPr lang="es-MX" sz="1700" dirty="0"/>
              <a:t>/</a:t>
            </a:r>
            <a:r>
              <a:rPr lang="es-MX" sz="1700" dirty="0" err="1"/>
              <a:t>resources</a:t>
            </a:r>
            <a:r>
              <a:rPr lang="es-MX" sz="1700" dirty="0"/>
              <a:t> → configuración de servidor y DB</a:t>
            </a:r>
          </a:p>
          <a:p>
            <a:pPr>
              <a:lnSpc>
                <a:spcPct val="100000"/>
              </a:lnSpc>
            </a:pPr>
            <a:r>
              <a:rPr lang="es-MX" sz="1700" dirty="0"/>
              <a:t>/</a:t>
            </a:r>
            <a:r>
              <a:rPr lang="es-MX" sz="1700" dirty="0" err="1"/>
              <a:t>security</a:t>
            </a:r>
            <a:r>
              <a:rPr lang="es-MX" sz="1700" dirty="0"/>
              <a:t> → configuración de Spring Security y JWT</a:t>
            </a:r>
          </a:p>
          <a:p>
            <a:pPr>
              <a:lnSpc>
                <a:spcPct val="100000"/>
              </a:lnSpc>
            </a:pPr>
            <a:r>
              <a:rPr lang="es-MX" sz="1700" dirty="0"/>
              <a:t>/</a:t>
            </a:r>
            <a:r>
              <a:rPr lang="es-MX" sz="1700" dirty="0" err="1"/>
              <a:t>validations</a:t>
            </a:r>
            <a:r>
              <a:rPr lang="es-MX" sz="1700" dirty="0"/>
              <a:t> → anotaciones personalizadas para validaciones</a:t>
            </a:r>
          </a:p>
          <a:p>
            <a:pPr>
              <a:lnSpc>
                <a:spcPct val="100000"/>
              </a:lnSpc>
            </a:pPr>
            <a:endParaRPr lang="es-MX" sz="1700" dirty="0"/>
          </a:p>
          <a:p>
            <a:pPr>
              <a:lnSpc>
                <a:spcPct val="100000"/>
              </a:lnSpc>
            </a:pPr>
            <a:endParaRPr lang="es-419" sz="17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95B209-E818-2CDF-7555-717A9FBF0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25" y="1175791"/>
            <a:ext cx="5199575" cy="43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3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7218F6-4658-C9C5-CCC3-94C37CA5D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r>
              <a:rPr lang="es-MX" dirty="0"/>
              <a:t>Seguridad</a:t>
            </a:r>
            <a:endParaRPr lang="es-419" dirty="0"/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4F52EEF5-B84F-00B5-DD60-3DA215690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729875"/>
              </p:ext>
            </p:extLst>
          </p:nvPr>
        </p:nvGraphicFramePr>
        <p:xfrm>
          <a:off x="1587500" y="2160588"/>
          <a:ext cx="9486900" cy="392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2375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729306-6400-FE4A-4DCF-A702C128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es-MX" dirty="0"/>
              <a:t>Pruebas de módulos base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BBB601-BE95-9833-CCB5-4BF982C89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es-MX" dirty="0"/>
              <a:t>Reporte de clientes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D04840-890D-3DBD-B1DA-B07D517BA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669" y="1918429"/>
            <a:ext cx="6411906" cy="41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9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F7C030-82D0-BC76-A6B4-D96E686F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es-MX" dirty="0"/>
              <a:t>Pruebas de módulos base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FFECCF-06EF-A4E4-8337-C3B23501A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es-MX" dirty="0"/>
              <a:t>Inserción de productos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5CA029-83B3-06F3-B73D-1492868BB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94" y="1992092"/>
            <a:ext cx="6422081" cy="409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3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77612F-1EB0-6F11-E9D3-3DA0E59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r>
              <a:rPr lang="es-MX" dirty="0"/>
              <a:t>Pruebas de módulos base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AB02E0-7894-2709-DC28-1B12661DA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>
            <a:normAutofit/>
          </a:bodyPr>
          <a:lstStyle/>
          <a:p>
            <a:r>
              <a:rPr lang="es-MX" dirty="0"/>
              <a:t>Reporte de inventario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72BEDC-C7C4-A084-FD1A-E0D318408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15" y="1904530"/>
            <a:ext cx="6631312" cy="427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63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A1D7A-18F0-0B2D-AFA4-E6DEED90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error controlado</a:t>
            </a:r>
            <a:endParaRPr lang="es-419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BD50E76-06AB-2923-0AB9-BD239B8CA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9694" y="1628221"/>
            <a:ext cx="5692612" cy="441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3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228C0F-29C2-AF85-08D4-420C4BB8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5510607" cy="1550419"/>
          </a:xfrm>
        </p:spPr>
        <p:txBody>
          <a:bodyPr>
            <a:normAutofit/>
          </a:bodyPr>
          <a:lstStyle/>
          <a:p>
            <a:r>
              <a:rPr lang="es-MX" dirty="0"/>
              <a:t>Demostración en vivo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3627F-85F3-605E-61DE-6D35BE9FD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160016"/>
            <a:ext cx="5510607" cy="3926152"/>
          </a:xfrm>
        </p:spPr>
        <p:txBody>
          <a:bodyPr>
            <a:normAutofit/>
          </a:bodyPr>
          <a:lstStyle/>
          <a:p>
            <a:r>
              <a:rPr lang="es-MX" dirty="0"/>
              <a:t>Para poder demostrar el funcionamiento lo ideal es generar una orden ya que este módulo es el que relaciona clientes – usuarios – productos.</a:t>
            </a:r>
            <a:endParaRPr lang="es-419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409" y="565153"/>
            <a:ext cx="5106593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4113" y="1"/>
            <a:ext cx="453788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73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A4FC4E-E213-44D7-636C-4B92BEF8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s-MX"/>
              <a:t>Conclusiones</a:t>
            </a:r>
            <a:endParaRPr lang="es-419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A72EDFC-2BC3-98C6-6754-E3E3AC3F5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250460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6528502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289</Words>
  <Application>Microsoft Office PowerPoint</Application>
  <PresentationFormat>Panorámica</PresentationFormat>
  <Paragraphs>55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Arial</vt:lpstr>
      <vt:lpstr>Neue Haas Grotesk Text Pro</vt:lpstr>
      <vt:lpstr>InterweaveVTI</vt:lpstr>
      <vt:lpstr>Sistema de Gestión de Inventario – API REST </vt:lpstr>
      <vt:lpstr>¿Para qué sirve el sistema? </vt:lpstr>
      <vt:lpstr>Módulos clave </vt:lpstr>
      <vt:lpstr>Flujo básico</vt:lpstr>
      <vt:lpstr>Tecnologías utilizadas</vt:lpstr>
      <vt:lpstr>Diagrama E-R</vt:lpstr>
      <vt:lpstr>Diagrama de clases</vt:lpstr>
      <vt:lpstr>Estructura del proyecto</vt:lpstr>
      <vt:lpstr>Seguridad</vt:lpstr>
      <vt:lpstr>Pruebas de módulos base</vt:lpstr>
      <vt:lpstr>Pruebas de módulos base</vt:lpstr>
      <vt:lpstr>Pruebas de módulos base</vt:lpstr>
      <vt:lpstr>Ejemplo de error controlado</vt:lpstr>
      <vt:lpstr>Demostración en vivo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Santiago Torres Alvarenga</dc:creator>
  <cp:lastModifiedBy>Roberto Santiago Torres Alvarenga</cp:lastModifiedBy>
  <cp:revision>3</cp:revision>
  <dcterms:created xsi:type="dcterms:W3CDTF">2025-10-20T13:41:32Z</dcterms:created>
  <dcterms:modified xsi:type="dcterms:W3CDTF">2025-10-21T15:12:16Z</dcterms:modified>
</cp:coreProperties>
</file>